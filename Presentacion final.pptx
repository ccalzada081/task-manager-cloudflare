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E9265C-FA6B-4E8F-8A6C-D56291D310D1}" type="doc">
      <dgm:prSet loTypeId="urn:microsoft.com/office/officeart/2008/layout/LinedList" loCatId="list" qsTypeId="urn:microsoft.com/office/officeart/2005/8/quickstyle/simple5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29F31BC-9187-4545-B44A-646F594FF8FC}">
      <dgm:prSet/>
      <dgm:spPr/>
      <dgm:t>
        <a:bodyPr/>
        <a:lstStyle/>
        <a:p>
          <a:r>
            <a:rPr lang="es-ES"/>
            <a:t>Aplicación web para gestionar tareas que permite:</a:t>
          </a:r>
          <a:endParaRPr lang="en-US"/>
        </a:p>
      </dgm:t>
    </dgm:pt>
    <dgm:pt modelId="{C968B6A1-B11D-469F-9E6B-7FBD5E014AE4}" type="parTrans" cxnId="{61F49BDC-E8ED-49A5-B5B2-9ED0491E81FA}">
      <dgm:prSet/>
      <dgm:spPr/>
      <dgm:t>
        <a:bodyPr/>
        <a:lstStyle/>
        <a:p>
          <a:endParaRPr lang="en-US"/>
        </a:p>
      </dgm:t>
    </dgm:pt>
    <dgm:pt modelId="{637CD3F2-F897-458E-AA39-F74F13ABD1F3}" type="sibTrans" cxnId="{61F49BDC-E8ED-49A5-B5B2-9ED0491E81FA}">
      <dgm:prSet/>
      <dgm:spPr/>
      <dgm:t>
        <a:bodyPr/>
        <a:lstStyle/>
        <a:p>
          <a:endParaRPr lang="en-US"/>
        </a:p>
      </dgm:t>
    </dgm:pt>
    <dgm:pt modelId="{51108667-B675-4DF0-B605-29E9F57E387C}">
      <dgm:prSet/>
      <dgm:spPr/>
      <dgm:t>
        <a:bodyPr/>
        <a:lstStyle/>
        <a:p>
          <a:r>
            <a:rPr lang="es-ES"/>
            <a:t>Crear tareas </a:t>
          </a:r>
          <a:endParaRPr lang="en-US"/>
        </a:p>
      </dgm:t>
    </dgm:pt>
    <dgm:pt modelId="{157EFB3F-1A77-47BE-B3AE-F51E9A5A0CE3}" type="parTrans" cxnId="{C316E6C2-7479-4649-A232-BD97A74F3AFA}">
      <dgm:prSet/>
      <dgm:spPr/>
      <dgm:t>
        <a:bodyPr/>
        <a:lstStyle/>
        <a:p>
          <a:endParaRPr lang="en-US"/>
        </a:p>
      </dgm:t>
    </dgm:pt>
    <dgm:pt modelId="{C4EF92D9-307F-4E2E-8252-43F61C9152E7}" type="sibTrans" cxnId="{C316E6C2-7479-4649-A232-BD97A74F3AFA}">
      <dgm:prSet/>
      <dgm:spPr/>
      <dgm:t>
        <a:bodyPr/>
        <a:lstStyle/>
        <a:p>
          <a:endParaRPr lang="en-US"/>
        </a:p>
      </dgm:t>
    </dgm:pt>
    <dgm:pt modelId="{A4ACA13A-5E53-4FDD-9979-B2B78D481D5F}">
      <dgm:prSet/>
      <dgm:spPr/>
      <dgm:t>
        <a:bodyPr/>
        <a:lstStyle/>
        <a:p>
          <a:r>
            <a:rPr lang="es-ES"/>
            <a:t>Visualizar tareas </a:t>
          </a:r>
          <a:endParaRPr lang="en-US"/>
        </a:p>
      </dgm:t>
    </dgm:pt>
    <dgm:pt modelId="{011730DD-8D61-420A-9BAB-722FDB38ED3E}" type="parTrans" cxnId="{0FBE9CF0-F4C3-47FA-BBC9-D14E0E6EF82C}">
      <dgm:prSet/>
      <dgm:spPr/>
      <dgm:t>
        <a:bodyPr/>
        <a:lstStyle/>
        <a:p>
          <a:endParaRPr lang="en-US"/>
        </a:p>
      </dgm:t>
    </dgm:pt>
    <dgm:pt modelId="{35171E23-5F48-4735-9B59-CD50DA7A100A}" type="sibTrans" cxnId="{0FBE9CF0-F4C3-47FA-BBC9-D14E0E6EF82C}">
      <dgm:prSet/>
      <dgm:spPr/>
      <dgm:t>
        <a:bodyPr/>
        <a:lstStyle/>
        <a:p>
          <a:endParaRPr lang="en-US"/>
        </a:p>
      </dgm:t>
    </dgm:pt>
    <dgm:pt modelId="{22BE6B65-C02D-4DE9-ACDC-61F6332CFDED}">
      <dgm:prSet/>
      <dgm:spPr/>
      <dgm:t>
        <a:bodyPr/>
        <a:lstStyle/>
        <a:p>
          <a:r>
            <a:rPr lang="es-ES"/>
            <a:t>Eliminar tareas </a:t>
          </a:r>
          <a:endParaRPr lang="en-US"/>
        </a:p>
      </dgm:t>
    </dgm:pt>
    <dgm:pt modelId="{D30209EE-82CF-421D-834B-4BAABBAD9B98}" type="parTrans" cxnId="{998F9705-474D-48D5-85EF-792E661E689A}">
      <dgm:prSet/>
      <dgm:spPr/>
      <dgm:t>
        <a:bodyPr/>
        <a:lstStyle/>
        <a:p>
          <a:endParaRPr lang="en-US"/>
        </a:p>
      </dgm:t>
    </dgm:pt>
    <dgm:pt modelId="{14D3A649-1D77-4ADE-A49E-6ECB96179303}" type="sibTrans" cxnId="{998F9705-474D-48D5-85EF-792E661E689A}">
      <dgm:prSet/>
      <dgm:spPr/>
      <dgm:t>
        <a:bodyPr/>
        <a:lstStyle/>
        <a:p>
          <a:endParaRPr lang="en-US"/>
        </a:p>
      </dgm:t>
    </dgm:pt>
    <dgm:pt modelId="{DB9C1164-C140-4325-83A9-A1495B445E68}">
      <dgm:prSet/>
      <dgm:spPr/>
      <dgm:t>
        <a:bodyPr/>
        <a:lstStyle/>
        <a:p>
          <a:r>
            <a:rPr lang="es-ES"/>
            <a:t>Incluye automatización mediante CI/CD y despliegue en la nube.</a:t>
          </a:r>
          <a:endParaRPr lang="en-US"/>
        </a:p>
      </dgm:t>
    </dgm:pt>
    <dgm:pt modelId="{D6BD32FD-065B-4483-9E2C-B401546E06E1}" type="parTrans" cxnId="{EA9A7C60-A7C6-4F89-8E4E-0D5822DA87E8}">
      <dgm:prSet/>
      <dgm:spPr/>
      <dgm:t>
        <a:bodyPr/>
        <a:lstStyle/>
        <a:p>
          <a:endParaRPr lang="en-US"/>
        </a:p>
      </dgm:t>
    </dgm:pt>
    <dgm:pt modelId="{0AC4C0F1-23F2-4385-B7EB-59FFFAAF3B41}" type="sibTrans" cxnId="{EA9A7C60-A7C6-4F89-8E4E-0D5822DA87E8}">
      <dgm:prSet/>
      <dgm:spPr/>
      <dgm:t>
        <a:bodyPr/>
        <a:lstStyle/>
        <a:p>
          <a:endParaRPr lang="en-US"/>
        </a:p>
      </dgm:t>
    </dgm:pt>
    <dgm:pt modelId="{58EF174B-B10C-4999-AF53-E6ABA67B3A13}" type="pres">
      <dgm:prSet presAssocID="{44E9265C-FA6B-4E8F-8A6C-D56291D310D1}" presName="vert0" presStyleCnt="0">
        <dgm:presLayoutVars>
          <dgm:dir/>
          <dgm:animOne val="branch"/>
          <dgm:animLvl val="lvl"/>
        </dgm:presLayoutVars>
      </dgm:prSet>
      <dgm:spPr/>
    </dgm:pt>
    <dgm:pt modelId="{BB34827B-1D95-4E1A-8732-E41E29D9DF60}" type="pres">
      <dgm:prSet presAssocID="{429F31BC-9187-4545-B44A-646F594FF8FC}" presName="thickLine" presStyleLbl="alignNode1" presStyleIdx="0" presStyleCnt="5"/>
      <dgm:spPr/>
    </dgm:pt>
    <dgm:pt modelId="{C8A056EC-7E7F-4A79-83FD-0AE88BFC0B71}" type="pres">
      <dgm:prSet presAssocID="{429F31BC-9187-4545-B44A-646F594FF8FC}" presName="horz1" presStyleCnt="0"/>
      <dgm:spPr/>
    </dgm:pt>
    <dgm:pt modelId="{B77D108D-836C-4373-A714-5614243B1A8A}" type="pres">
      <dgm:prSet presAssocID="{429F31BC-9187-4545-B44A-646F594FF8FC}" presName="tx1" presStyleLbl="revTx" presStyleIdx="0" presStyleCnt="5"/>
      <dgm:spPr/>
    </dgm:pt>
    <dgm:pt modelId="{B6DA1A07-A40C-427B-93B6-6E910178D962}" type="pres">
      <dgm:prSet presAssocID="{429F31BC-9187-4545-B44A-646F594FF8FC}" presName="vert1" presStyleCnt="0"/>
      <dgm:spPr/>
    </dgm:pt>
    <dgm:pt modelId="{B1F61D79-95B3-4FBD-8F39-9AE82FE2B1E5}" type="pres">
      <dgm:prSet presAssocID="{51108667-B675-4DF0-B605-29E9F57E387C}" presName="thickLine" presStyleLbl="alignNode1" presStyleIdx="1" presStyleCnt="5"/>
      <dgm:spPr/>
    </dgm:pt>
    <dgm:pt modelId="{05AAA56C-1545-42D7-A3A2-AAE2C21B01E7}" type="pres">
      <dgm:prSet presAssocID="{51108667-B675-4DF0-B605-29E9F57E387C}" presName="horz1" presStyleCnt="0"/>
      <dgm:spPr/>
    </dgm:pt>
    <dgm:pt modelId="{7F02CB94-3685-4EB7-B528-7466F69E1EC9}" type="pres">
      <dgm:prSet presAssocID="{51108667-B675-4DF0-B605-29E9F57E387C}" presName="tx1" presStyleLbl="revTx" presStyleIdx="1" presStyleCnt="5"/>
      <dgm:spPr/>
    </dgm:pt>
    <dgm:pt modelId="{8F3F8678-C2E1-4CEA-96CB-EDE76DBB4257}" type="pres">
      <dgm:prSet presAssocID="{51108667-B675-4DF0-B605-29E9F57E387C}" presName="vert1" presStyleCnt="0"/>
      <dgm:spPr/>
    </dgm:pt>
    <dgm:pt modelId="{F2D456F2-4AFF-4002-BB00-F8721E912410}" type="pres">
      <dgm:prSet presAssocID="{A4ACA13A-5E53-4FDD-9979-B2B78D481D5F}" presName="thickLine" presStyleLbl="alignNode1" presStyleIdx="2" presStyleCnt="5"/>
      <dgm:spPr/>
    </dgm:pt>
    <dgm:pt modelId="{E308591A-3290-494A-903E-67E4CB59278E}" type="pres">
      <dgm:prSet presAssocID="{A4ACA13A-5E53-4FDD-9979-B2B78D481D5F}" presName="horz1" presStyleCnt="0"/>
      <dgm:spPr/>
    </dgm:pt>
    <dgm:pt modelId="{37639C79-D5F7-4CAC-9B1C-8002C94167FB}" type="pres">
      <dgm:prSet presAssocID="{A4ACA13A-5E53-4FDD-9979-B2B78D481D5F}" presName="tx1" presStyleLbl="revTx" presStyleIdx="2" presStyleCnt="5"/>
      <dgm:spPr/>
    </dgm:pt>
    <dgm:pt modelId="{4E37AFFF-5906-4D6B-98E7-06BD1033B35C}" type="pres">
      <dgm:prSet presAssocID="{A4ACA13A-5E53-4FDD-9979-B2B78D481D5F}" presName="vert1" presStyleCnt="0"/>
      <dgm:spPr/>
    </dgm:pt>
    <dgm:pt modelId="{A62A972E-7E71-4FAB-AD8F-8AC2208262E8}" type="pres">
      <dgm:prSet presAssocID="{22BE6B65-C02D-4DE9-ACDC-61F6332CFDED}" presName="thickLine" presStyleLbl="alignNode1" presStyleIdx="3" presStyleCnt="5"/>
      <dgm:spPr/>
    </dgm:pt>
    <dgm:pt modelId="{D53E384C-96A6-44DC-A40C-DEFA48D21F96}" type="pres">
      <dgm:prSet presAssocID="{22BE6B65-C02D-4DE9-ACDC-61F6332CFDED}" presName="horz1" presStyleCnt="0"/>
      <dgm:spPr/>
    </dgm:pt>
    <dgm:pt modelId="{8C2C1223-CBA6-4D2B-9E60-6BAF5ABD79E4}" type="pres">
      <dgm:prSet presAssocID="{22BE6B65-C02D-4DE9-ACDC-61F6332CFDED}" presName="tx1" presStyleLbl="revTx" presStyleIdx="3" presStyleCnt="5"/>
      <dgm:spPr/>
    </dgm:pt>
    <dgm:pt modelId="{BE3A96B6-3DA7-4E28-ADD3-576B3061CADD}" type="pres">
      <dgm:prSet presAssocID="{22BE6B65-C02D-4DE9-ACDC-61F6332CFDED}" presName="vert1" presStyleCnt="0"/>
      <dgm:spPr/>
    </dgm:pt>
    <dgm:pt modelId="{20783441-3515-4307-944A-5D675A6EA143}" type="pres">
      <dgm:prSet presAssocID="{DB9C1164-C140-4325-83A9-A1495B445E68}" presName="thickLine" presStyleLbl="alignNode1" presStyleIdx="4" presStyleCnt="5"/>
      <dgm:spPr/>
    </dgm:pt>
    <dgm:pt modelId="{57055617-A04D-4167-9307-CB6E58827322}" type="pres">
      <dgm:prSet presAssocID="{DB9C1164-C140-4325-83A9-A1495B445E68}" presName="horz1" presStyleCnt="0"/>
      <dgm:spPr/>
    </dgm:pt>
    <dgm:pt modelId="{400AB0EA-1FEC-4416-BC65-6ACC5531DB28}" type="pres">
      <dgm:prSet presAssocID="{DB9C1164-C140-4325-83A9-A1495B445E68}" presName="tx1" presStyleLbl="revTx" presStyleIdx="4" presStyleCnt="5"/>
      <dgm:spPr/>
    </dgm:pt>
    <dgm:pt modelId="{E3418C79-3406-40AC-97C9-91B6B55B0F76}" type="pres">
      <dgm:prSet presAssocID="{DB9C1164-C140-4325-83A9-A1495B445E68}" presName="vert1" presStyleCnt="0"/>
      <dgm:spPr/>
    </dgm:pt>
  </dgm:ptLst>
  <dgm:cxnLst>
    <dgm:cxn modelId="{C8792302-7F0A-49C8-83C4-3B0450940494}" type="presOf" srcId="{44E9265C-FA6B-4E8F-8A6C-D56291D310D1}" destId="{58EF174B-B10C-4999-AF53-E6ABA67B3A13}" srcOrd="0" destOrd="0" presId="urn:microsoft.com/office/officeart/2008/layout/LinedList"/>
    <dgm:cxn modelId="{998F9705-474D-48D5-85EF-792E661E689A}" srcId="{44E9265C-FA6B-4E8F-8A6C-D56291D310D1}" destId="{22BE6B65-C02D-4DE9-ACDC-61F6332CFDED}" srcOrd="3" destOrd="0" parTransId="{D30209EE-82CF-421D-834B-4BAABBAD9B98}" sibTransId="{14D3A649-1D77-4ADE-A49E-6ECB96179303}"/>
    <dgm:cxn modelId="{E1C2C71C-0E22-442D-B27C-111BB1029C45}" type="presOf" srcId="{22BE6B65-C02D-4DE9-ACDC-61F6332CFDED}" destId="{8C2C1223-CBA6-4D2B-9E60-6BAF5ABD79E4}" srcOrd="0" destOrd="0" presId="urn:microsoft.com/office/officeart/2008/layout/LinedList"/>
    <dgm:cxn modelId="{5D39DA25-F811-4FC6-B179-53D901B79BC7}" type="presOf" srcId="{51108667-B675-4DF0-B605-29E9F57E387C}" destId="{7F02CB94-3685-4EB7-B528-7466F69E1EC9}" srcOrd="0" destOrd="0" presId="urn:microsoft.com/office/officeart/2008/layout/LinedList"/>
    <dgm:cxn modelId="{EA9A7C60-A7C6-4F89-8E4E-0D5822DA87E8}" srcId="{44E9265C-FA6B-4E8F-8A6C-D56291D310D1}" destId="{DB9C1164-C140-4325-83A9-A1495B445E68}" srcOrd="4" destOrd="0" parTransId="{D6BD32FD-065B-4483-9E2C-B401546E06E1}" sibTransId="{0AC4C0F1-23F2-4385-B7EB-59FFFAAF3B41}"/>
    <dgm:cxn modelId="{4DDC7478-414C-4BAC-ABA7-82C322BCDBDD}" type="presOf" srcId="{429F31BC-9187-4545-B44A-646F594FF8FC}" destId="{B77D108D-836C-4373-A714-5614243B1A8A}" srcOrd="0" destOrd="0" presId="urn:microsoft.com/office/officeart/2008/layout/LinedList"/>
    <dgm:cxn modelId="{14009EB4-22CC-4ACC-BC70-6D1D6135B285}" type="presOf" srcId="{A4ACA13A-5E53-4FDD-9979-B2B78D481D5F}" destId="{37639C79-D5F7-4CAC-9B1C-8002C94167FB}" srcOrd="0" destOrd="0" presId="urn:microsoft.com/office/officeart/2008/layout/LinedList"/>
    <dgm:cxn modelId="{C316E6C2-7479-4649-A232-BD97A74F3AFA}" srcId="{44E9265C-FA6B-4E8F-8A6C-D56291D310D1}" destId="{51108667-B675-4DF0-B605-29E9F57E387C}" srcOrd="1" destOrd="0" parTransId="{157EFB3F-1A77-47BE-B3AE-F51E9A5A0CE3}" sibTransId="{C4EF92D9-307F-4E2E-8252-43F61C9152E7}"/>
    <dgm:cxn modelId="{61F49BDC-E8ED-49A5-B5B2-9ED0491E81FA}" srcId="{44E9265C-FA6B-4E8F-8A6C-D56291D310D1}" destId="{429F31BC-9187-4545-B44A-646F594FF8FC}" srcOrd="0" destOrd="0" parTransId="{C968B6A1-B11D-469F-9E6B-7FBD5E014AE4}" sibTransId="{637CD3F2-F897-458E-AA39-F74F13ABD1F3}"/>
    <dgm:cxn modelId="{F8FE22E9-3DCF-48BF-9255-BBBAABB81EBB}" type="presOf" srcId="{DB9C1164-C140-4325-83A9-A1495B445E68}" destId="{400AB0EA-1FEC-4416-BC65-6ACC5531DB28}" srcOrd="0" destOrd="0" presId="urn:microsoft.com/office/officeart/2008/layout/LinedList"/>
    <dgm:cxn modelId="{0FBE9CF0-F4C3-47FA-BBC9-D14E0E6EF82C}" srcId="{44E9265C-FA6B-4E8F-8A6C-D56291D310D1}" destId="{A4ACA13A-5E53-4FDD-9979-B2B78D481D5F}" srcOrd="2" destOrd="0" parTransId="{011730DD-8D61-420A-9BAB-722FDB38ED3E}" sibTransId="{35171E23-5F48-4735-9B59-CD50DA7A100A}"/>
    <dgm:cxn modelId="{ABD888B4-2FE6-4F92-B9E6-79FC4B83AB7B}" type="presParOf" srcId="{58EF174B-B10C-4999-AF53-E6ABA67B3A13}" destId="{BB34827B-1D95-4E1A-8732-E41E29D9DF60}" srcOrd="0" destOrd="0" presId="urn:microsoft.com/office/officeart/2008/layout/LinedList"/>
    <dgm:cxn modelId="{E5F12014-7F4D-41ED-B9A3-61E5A689A738}" type="presParOf" srcId="{58EF174B-B10C-4999-AF53-E6ABA67B3A13}" destId="{C8A056EC-7E7F-4A79-83FD-0AE88BFC0B71}" srcOrd="1" destOrd="0" presId="urn:microsoft.com/office/officeart/2008/layout/LinedList"/>
    <dgm:cxn modelId="{6B3CFD35-9AAC-44D9-BD75-D486FB987B87}" type="presParOf" srcId="{C8A056EC-7E7F-4A79-83FD-0AE88BFC0B71}" destId="{B77D108D-836C-4373-A714-5614243B1A8A}" srcOrd="0" destOrd="0" presId="urn:microsoft.com/office/officeart/2008/layout/LinedList"/>
    <dgm:cxn modelId="{B90E16A5-1EAD-4B5E-B5B8-E716DE8AF0D8}" type="presParOf" srcId="{C8A056EC-7E7F-4A79-83FD-0AE88BFC0B71}" destId="{B6DA1A07-A40C-427B-93B6-6E910178D962}" srcOrd="1" destOrd="0" presId="urn:microsoft.com/office/officeart/2008/layout/LinedList"/>
    <dgm:cxn modelId="{46CAF272-0CFD-4F26-93AA-3A615A8A629E}" type="presParOf" srcId="{58EF174B-B10C-4999-AF53-E6ABA67B3A13}" destId="{B1F61D79-95B3-4FBD-8F39-9AE82FE2B1E5}" srcOrd="2" destOrd="0" presId="urn:microsoft.com/office/officeart/2008/layout/LinedList"/>
    <dgm:cxn modelId="{025B689C-D8A1-4B94-9716-99886B228793}" type="presParOf" srcId="{58EF174B-B10C-4999-AF53-E6ABA67B3A13}" destId="{05AAA56C-1545-42D7-A3A2-AAE2C21B01E7}" srcOrd="3" destOrd="0" presId="urn:microsoft.com/office/officeart/2008/layout/LinedList"/>
    <dgm:cxn modelId="{24D179F8-1327-4323-818D-AA71EEB110C3}" type="presParOf" srcId="{05AAA56C-1545-42D7-A3A2-AAE2C21B01E7}" destId="{7F02CB94-3685-4EB7-B528-7466F69E1EC9}" srcOrd="0" destOrd="0" presId="urn:microsoft.com/office/officeart/2008/layout/LinedList"/>
    <dgm:cxn modelId="{9D28EEC5-FFE6-4325-9207-40596BCCE6AC}" type="presParOf" srcId="{05AAA56C-1545-42D7-A3A2-AAE2C21B01E7}" destId="{8F3F8678-C2E1-4CEA-96CB-EDE76DBB4257}" srcOrd="1" destOrd="0" presId="urn:microsoft.com/office/officeart/2008/layout/LinedList"/>
    <dgm:cxn modelId="{A72C8B71-A45A-4105-A320-AC10C7F95F20}" type="presParOf" srcId="{58EF174B-B10C-4999-AF53-E6ABA67B3A13}" destId="{F2D456F2-4AFF-4002-BB00-F8721E912410}" srcOrd="4" destOrd="0" presId="urn:microsoft.com/office/officeart/2008/layout/LinedList"/>
    <dgm:cxn modelId="{722126A1-C8D2-42A6-9027-27D0BC6AF1F9}" type="presParOf" srcId="{58EF174B-B10C-4999-AF53-E6ABA67B3A13}" destId="{E308591A-3290-494A-903E-67E4CB59278E}" srcOrd="5" destOrd="0" presId="urn:microsoft.com/office/officeart/2008/layout/LinedList"/>
    <dgm:cxn modelId="{167F3773-9420-48A3-8542-DF757D420E31}" type="presParOf" srcId="{E308591A-3290-494A-903E-67E4CB59278E}" destId="{37639C79-D5F7-4CAC-9B1C-8002C94167FB}" srcOrd="0" destOrd="0" presId="urn:microsoft.com/office/officeart/2008/layout/LinedList"/>
    <dgm:cxn modelId="{09172F86-587E-4E5E-9A25-DF054F3B8C16}" type="presParOf" srcId="{E308591A-3290-494A-903E-67E4CB59278E}" destId="{4E37AFFF-5906-4D6B-98E7-06BD1033B35C}" srcOrd="1" destOrd="0" presId="urn:microsoft.com/office/officeart/2008/layout/LinedList"/>
    <dgm:cxn modelId="{36B6E3C2-A63F-46B4-9A8D-17D65AE0BA88}" type="presParOf" srcId="{58EF174B-B10C-4999-AF53-E6ABA67B3A13}" destId="{A62A972E-7E71-4FAB-AD8F-8AC2208262E8}" srcOrd="6" destOrd="0" presId="urn:microsoft.com/office/officeart/2008/layout/LinedList"/>
    <dgm:cxn modelId="{5BCC71A0-FA25-4175-A8F0-2F2E66A2B080}" type="presParOf" srcId="{58EF174B-B10C-4999-AF53-E6ABA67B3A13}" destId="{D53E384C-96A6-44DC-A40C-DEFA48D21F96}" srcOrd="7" destOrd="0" presId="urn:microsoft.com/office/officeart/2008/layout/LinedList"/>
    <dgm:cxn modelId="{D33BCA19-28F4-439F-9EDE-E9F9F573AEF4}" type="presParOf" srcId="{D53E384C-96A6-44DC-A40C-DEFA48D21F96}" destId="{8C2C1223-CBA6-4D2B-9E60-6BAF5ABD79E4}" srcOrd="0" destOrd="0" presId="urn:microsoft.com/office/officeart/2008/layout/LinedList"/>
    <dgm:cxn modelId="{EF618524-7D52-4834-8CBA-55869477AFE0}" type="presParOf" srcId="{D53E384C-96A6-44DC-A40C-DEFA48D21F96}" destId="{BE3A96B6-3DA7-4E28-ADD3-576B3061CADD}" srcOrd="1" destOrd="0" presId="urn:microsoft.com/office/officeart/2008/layout/LinedList"/>
    <dgm:cxn modelId="{D02A6C76-FDB2-4D7A-BD89-AE1DC427AB7E}" type="presParOf" srcId="{58EF174B-B10C-4999-AF53-E6ABA67B3A13}" destId="{20783441-3515-4307-944A-5D675A6EA143}" srcOrd="8" destOrd="0" presId="urn:microsoft.com/office/officeart/2008/layout/LinedList"/>
    <dgm:cxn modelId="{A877D4E7-13ED-425A-91FB-1C149EF949BC}" type="presParOf" srcId="{58EF174B-B10C-4999-AF53-E6ABA67B3A13}" destId="{57055617-A04D-4167-9307-CB6E58827322}" srcOrd="9" destOrd="0" presId="urn:microsoft.com/office/officeart/2008/layout/LinedList"/>
    <dgm:cxn modelId="{4A69C1BA-D18E-4254-B1D7-CFA4BAD3AEB9}" type="presParOf" srcId="{57055617-A04D-4167-9307-CB6E58827322}" destId="{400AB0EA-1FEC-4416-BC65-6ACC5531DB28}" srcOrd="0" destOrd="0" presId="urn:microsoft.com/office/officeart/2008/layout/LinedList"/>
    <dgm:cxn modelId="{F2D2BD02-5CBB-4099-BB66-121E58E6AB9A}" type="presParOf" srcId="{57055617-A04D-4167-9307-CB6E58827322}" destId="{E3418C79-3406-40AC-97C9-91B6B55B0F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58FFAB-EB90-4615-9FBB-660DC750011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2723DE-8A97-4F5B-ACA1-2701A2EF4587}">
      <dgm:prSet/>
      <dgm:spPr/>
      <dgm:t>
        <a:bodyPr/>
        <a:lstStyle/>
        <a:p>
          <a:r>
            <a:rPr lang="es-ES"/>
            <a:t>Desarrollar una solución que integre:</a:t>
          </a:r>
          <a:endParaRPr lang="en-US"/>
        </a:p>
      </dgm:t>
    </dgm:pt>
    <dgm:pt modelId="{74EB9F4D-7EEF-4FAE-8ECD-0B1F609BCAC4}" type="parTrans" cxnId="{48932ED3-A380-41C0-95D6-596BDAF852E2}">
      <dgm:prSet/>
      <dgm:spPr/>
      <dgm:t>
        <a:bodyPr/>
        <a:lstStyle/>
        <a:p>
          <a:endParaRPr lang="en-US"/>
        </a:p>
      </dgm:t>
    </dgm:pt>
    <dgm:pt modelId="{2EB4F1D1-7D42-43AD-B2E9-F970150D789B}" type="sibTrans" cxnId="{48932ED3-A380-41C0-95D6-596BDAF852E2}">
      <dgm:prSet/>
      <dgm:spPr/>
      <dgm:t>
        <a:bodyPr/>
        <a:lstStyle/>
        <a:p>
          <a:endParaRPr lang="en-US"/>
        </a:p>
      </dgm:t>
    </dgm:pt>
    <dgm:pt modelId="{C01603F9-020B-451F-B169-CF9785F56DC4}">
      <dgm:prSet/>
      <dgm:spPr/>
      <dgm:t>
        <a:bodyPr/>
        <a:lstStyle/>
        <a:p>
          <a:r>
            <a:rPr lang="es-ES"/>
            <a:t>Backend serverless </a:t>
          </a:r>
          <a:endParaRPr lang="en-US"/>
        </a:p>
      </dgm:t>
    </dgm:pt>
    <dgm:pt modelId="{7DCDCBE5-323E-4BC4-BCC5-28DDDDCB6E40}" type="parTrans" cxnId="{0ED4B88E-5CDF-4E37-A8B3-51196FA371C9}">
      <dgm:prSet/>
      <dgm:spPr/>
      <dgm:t>
        <a:bodyPr/>
        <a:lstStyle/>
        <a:p>
          <a:endParaRPr lang="en-US"/>
        </a:p>
      </dgm:t>
    </dgm:pt>
    <dgm:pt modelId="{295F9FB0-F6F0-4A88-BDDF-004CF5FCBFC8}" type="sibTrans" cxnId="{0ED4B88E-5CDF-4E37-A8B3-51196FA371C9}">
      <dgm:prSet/>
      <dgm:spPr/>
      <dgm:t>
        <a:bodyPr/>
        <a:lstStyle/>
        <a:p>
          <a:endParaRPr lang="en-US"/>
        </a:p>
      </dgm:t>
    </dgm:pt>
    <dgm:pt modelId="{E5740F6F-0A07-46AB-88A2-6821ECFD3A18}">
      <dgm:prSet/>
      <dgm:spPr/>
      <dgm:t>
        <a:bodyPr/>
        <a:lstStyle/>
        <a:p>
          <a:r>
            <a:rPr lang="es-ES"/>
            <a:t>Base de datos en la nube </a:t>
          </a:r>
          <a:endParaRPr lang="en-US"/>
        </a:p>
      </dgm:t>
    </dgm:pt>
    <dgm:pt modelId="{4F553C54-7C88-40DA-A8C6-18873F19A4E0}" type="parTrans" cxnId="{1E66B652-F6A5-40D8-87B5-DC167C70191C}">
      <dgm:prSet/>
      <dgm:spPr/>
      <dgm:t>
        <a:bodyPr/>
        <a:lstStyle/>
        <a:p>
          <a:endParaRPr lang="en-US"/>
        </a:p>
      </dgm:t>
    </dgm:pt>
    <dgm:pt modelId="{93C4DC9E-9B63-4920-B947-54F1E8F6DA70}" type="sibTrans" cxnId="{1E66B652-F6A5-40D8-87B5-DC167C70191C}">
      <dgm:prSet/>
      <dgm:spPr/>
      <dgm:t>
        <a:bodyPr/>
        <a:lstStyle/>
        <a:p>
          <a:endParaRPr lang="en-US"/>
        </a:p>
      </dgm:t>
    </dgm:pt>
    <dgm:pt modelId="{44D0F2BB-63E2-461F-AB20-938F9B3C6770}">
      <dgm:prSet/>
      <dgm:spPr/>
      <dgm:t>
        <a:bodyPr/>
        <a:lstStyle/>
        <a:p>
          <a:r>
            <a:rPr lang="es-ES"/>
            <a:t>Automatización con pipelines </a:t>
          </a:r>
          <a:endParaRPr lang="en-US"/>
        </a:p>
      </dgm:t>
    </dgm:pt>
    <dgm:pt modelId="{C2A4F325-A23F-421C-84B2-5EC6E87BAB3D}" type="parTrans" cxnId="{EA24D8A9-FC7C-405A-95A3-92917B7C2D1D}">
      <dgm:prSet/>
      <dgm:spPr/>
      <dgm:t>
        <a:bodyPr/>
        <a:lstStyle/>
        <a:p>
          <a:endParaRPr lang="en-US"/>
        </a:p>
      </dgm:t>
    </dgm:pt>
    <dgm:pt modelId="{ED25BAB8-A8E2-4627-B89D-F9F10E2F4DC1}" type="sibTrans" cxnId="{EA24D8A9-FC7C-405A-95A3-92917B7C2D1D}">
      <dgm:prSet/>
      <dgm:spPr/>
      <dgm:t>
        <a:bodyPr/>
        <a:lstStyle/>
        <a:p>
          <a:endParaRPr lang="en-US"/>
        </a:p>
      </dgm:t>
    </dgm:pt>
    <dgm:pt modelId="{7C235324-EF70-4141-8571-EA632B4F82E3}">
      <dgm:prSet/>
      <dgm:spPr/>
      <dgm:t>
        <a:bodyPr/>
        <a:lstStyle/>
        <a:p>
          <a:r>
            <a:rPr lang="es-ES"/>
            <a:t>Despliegue continuo </a:t>
          </a:r>
          <a:endParaRPr lang="en-US"/>
        </a:p>
      </dgm:t>
    </dgm:pt>
    <dgm:pt modelId="{5F6E8554-9488-4705-A3F0-8EE42C33D560}" type="parTrans" cxnId="{5EBE4CB8-EB07-447F-8403-1FD9C8D7B6C4}">
      <dgm:prSet/>
      <dgm:spPr/>
      <dgm:t>
        <a:bodyPr/>
        <a:lstStyle/>
        <a:p>
          <a:endParaRPr lang="en-US"/>
        </a:p>
      </dgm:t>
    </dgm:pt>
    <dgm:pt modelId="{88B41454-AD52-448F-8400-BF512AC3F1E8}" type="sibTrans" cxnId="{5EBE4CB8-EB07-447F-8403-1FD9C8D7B6C4}">
      <dgm:prSet/>
      <dgm:spPr/>
      <dgm:t>
        <a:bodyPr/>
        <a:lstStyle/>
        <a:p>
          <a:endParaRPr lang="en-US"/>
        </a:p>
      </dgm:t>
    </dgm:pt>
    <dgm:pt modelId="{1311921D-D6EF-4210-BF32-CA5B30DC8FD8}" type="pres">
      <dgm:prSet presAssocID="{8258FFAB-EB90-4615-9FBB-660DC7500110}" presName="linear" presStyleCnt="0">
        <dgm:presLayoutVars>
          <dgm:dir/>
          <dgm:animLvl val="lvl"/>
          <dgm:resizeHandles val="exact"/>
        </dgm:presLayoutVars>
      </dgm:prSet>
      <dgm:spPr/>
    </dgm:pt>
    <dgm:pt modelId="{D15569E6-EF93-4DCB-B050-35C40F8585EB}" type="pres">
      <dgm:prSet presAssocID="{472723DE-8A97-4F5B-ACA1-2701A2EF4587}" presName="parentLin" presStyleCnt="0"/>
      <dgm:spPr/>
    </dgm:pt>
    <dgm:pt modelId="{0DDEC24E-FDF0-4C71-955C-F41FBF1EB55A}" type="pres">
      <dgm:prSet presAssocID="{472723DE-8A97-4F5B-ACA1-2701A2EF4587}" presName="parentLeftMargin" presStyleLbl="node1" presStyleIdx="0" presStyleCnt="5"/>
      <dgm:spPr/>
    </dgm:pt>
    <dgm:pt modelId="{B01B642E-8D87-462F-A535-59CFA801C714}" type="pres">
      <dgm:prSet presAssocID="{472723DE-8A97-4F5B-ACA1-2701A2EF458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10603F5-80C5-4759-A635-4D212949D4CA}" type="pres">
      <dgm:prSet presAssocID="{472723DE-8A97-4F5B-ACA1-2701A2EF4587}" presName="negativeSpace" presStyleCnt="0"/>
      <dgm:spPr/>
    </dgm:pt>
    <dgm:pt modelId="{1AE3FD09-C05F-49D8-A587-A7A85F42323C}" type="pres">
      <dgm:prSet presAssocID="{472723DE-8A97-4F5B-ACA1-2701A2EF4587}" presName="childText" presStyleLbl="conFgAcc1" presStyleIdx="0" presStyleCnt="5">
        <dgm:presLayoutVars>
          <dgm:bulletEnabled val="1"/>
        </dgm:presLayoutVars>
      </dgm:prSet>
      <dgm:spPr/>
    </dgm:pt>
    <dgm:pt modelId="{7E6E6CF6-1B11-43F6-AED8-748B1FC8B64F}" type="pres">
      <dgm:prSet presAssocID="{2EB4F1D1-7D42-43AD-B2E9-F970150D789B}" presName="spaceBetweenRectangles" presStyleCnt="0"/>
      <dgm:spPr/>
    </dgm:pt>
    <dgm:pt modelId="{7E8C842F-6FE8-4E82-8A57-5E1F08C9AA95}" type="pres">
      <dgm:prSet presAssocID="{C01603F9-020B-451F-B169-CF9785F56DC4}" presName="parentLin" presStyleCnt="0"/>
      <dgm:spPr/>
    </dgm:pt>
    <dgm:pt modelId="{1EDE86A9-22D3-42EC-9642-263628F37D48}" type="pres">
      <dgm:prSet presAssocID="{C01603F9-020B-451F-B169-CF9785F56DC4}" presName="parentLeftMargin" presStyleLbl="node1" presStyleIdx="0" presStyleCnt="5"/>
      <dgm:spPr/>
    </dgm:pt>
    <dgm:pt modelId="{02C98AC2-43D5-4C83-BDDD-5EDBA5F954ED}" type="pres">
      <dgm:prSet presAssocID="{C01603F9-020B-451F-B169-CF9785F56DC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F637D2D-18E5-49A5-9BED-1184EEF376B4}" type="pres">
      <dgm:prSet presAssocID="{C01603F9-020B-451F-B169-CF9785F56DC4}" presName="negativeSpace" presStyleCnt="0"/>
      <dgm:spPr/>
    </dgm:pt>
    <dgm:pt modelId="{D5CC5929-D5E2-4EC6-B9AB-6290B2404AEA}" type="pres">
      <dgm:prSet presAssocID="{C01603F9-020B-451F-B169-CF9785F56DC4}" presName="childText" presStyleLbl="conFgAcc1" presStyleIdx="1" presStyleCnt="5">
        <dgm:presLayoutVars>
          <dgm:bulletEnabled val="1"/>
        </dgm:presLayoutVars>
      </dgm:prSet>
      <dgm:spPr/>
    </dgm:pt>
    <dgm:pt modelId="{2ADD233F-9577-4452-BD1B-768A5FD8D3B1}" type="pres">
      <dgm:prSet presAssocID="{295F9FB0-F6F0-4A88-BDDF-004CF5FCBFC8}" presName="spaceBetweenRectangles" presStyleCnt="0"/>
      <dgm:spPr/>
    </dgm:pt>
    <dgm:pt modelId="{9D679D22-8BFB-4BC2-B031-1A358AF7CFF8}" type="pres">
      <dgm:prSet presAssocID="{E5740F6F-0A07-46AB-88A2-6821ECFD3A18}" presName="parentLin" presStyleCnt="0"/>
      <dgm:spPr/>
    </dgm:pt>
    <dgm:pt modelId="{92DB5099-5485-42B1-84C7-0C3E962B0AAD}" type="pres">
      <dgm:prSet presAssocID="{E5740F6F-0A07-46AB-88A2-6821ECFD3A18}" presName="parentLeftMargin" presStyleLbl="node1" presStyleIdx="1" presStyleCnt="5"/>
      <dgm:spPr/>
    </dgm:pt>
    <dgm:pt modelId="{52898E3D-8938-484D-AC8C-4BE461A89069}" type="pres">
      <dgm:prSet presAssocID="{E5740F6F-0A07-46AB-88A2-6821ECFD3A1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D4B2A40-7B17-4559-9978-3B576709B9BB}" type="pres">
      <dgm:prSet presAssocID="{E5740F6F-0A07-46AB-88A2-6821ECFD3A18}" presName="negativeSpace" presStyleCnt="0"/>
      <dgm:spPr/>
    </dgm:pt>
    <dgm:pt modelId="{5CDCB6C1-3392-4A5C-A79E-E86D0634D1E1}" type="pres">
      <dgm:prSet presAssocID="{E5740F6F-0A07-46AB-88A2-6821ECFD3A18}" presName="childText" presStyleLbl="conFgAcc1" presStyleIdx="2" presStyleCnt="5">
        <dgm:presLayoutVars>
          <dgm:bulletEnabled val="1"/>
        </dgm:presLayoutVars>
      </dgm:prSet>
      <dgm:spPr/>
    </dgm:pt>
    <dgm:pt modelId="{CC845178-F947-43A9-8952-394BC60B5BAD}" type="pres">
      <dgm:prSet presAssocID="{93C4DC9E-9B63-4920-B947-54F1E8F6DA70}" presName="spaceBetweenRectangles" presStyleCnt="0"/>
      <dgm:spPr/>
    </dgm:pt>
    <dgm:pt modelId="{7B57A8B4-94D4-4787-8BFD-CD6572888C13}" type="pres">
      <dgm:prSet presAssocID="{44D0F2BB-63E2-461F-AB20-938F9B3C6770}" presName="parentLin" presStyleCnt="0"/>
      <dgm:spPr/>
    </dgm:pt>
    <dgm:pt modelId="{3BAB659D-70F7-48C5-ABE0-441B723E4645}" type="pres">
      <dgm:prSet presAssocID="{44D0F2BB-63E2-461F-AB20-938F9B3C6770}" presName="parentLeftMargin" presStyleLbl="node1" presStyleIdx="2" presStyleCnt="5"/>
      <dgm:spPr/>
    </dgm:pt>
    <dgm:pt modelId="{20B6F691-B349-4B0A-A958-34822466A52A}" type="pres">
      <dgm:prSet presAssocID="{44D0F2BB-63E2-461F-AB20-938F9B3C677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B37A83B-3C31-49A9-87FD-2EA5AB7FAD73}" type="pres">
      <dgm:prSet presAssocID="{44D0F2BB-63E2-461F-AB20-938F9B3C6770}" presName="negativeSpace" presStyleCnt="0"/>
      <dgm:spPr/>
    </dgm:pt>
    <dgm:pt modelId="{EA3CA09F-19EB-4E2A-945E-400467141824}" type="pres">
      <dgm:prSet presAssocID="{44D0F2BB-63E2-461F-AB20-938F9B3C6770}" presName="childText" presStyleLbl="conFgAcc1" presStyleIdx="3" presStyleCnt="5">
        <dgm:presLayoutVars>
          <dgm:bulletEnabled val="1"/>
        </dgm:presLayoutVars>
      </dgm:prSet>
      <dgm:spPr/>
    </dgm:pt>
    <dgm:pt modelId="{D620D9A6-5EF9-41A1-89D9-D01C692ABB7E}" type="pres">
      <dgm:prSet presAssocID="{ED25BAB8-A8E2-4627-B89D-F9F10E2F4DC1}" presName="spaceBetweenRectangles" presStyleCnt="0"/>
      <dgm:spPr/>
    </dgm:pt>
    <dgm:pt modelId="{3234C182-F410-4C2A-8CC1-F6519DA02FA2}" type="pres">
      <dgm:prSet presAssocID="{7C235324-EF70-4141-8571-EA632B4F82E3}" presName="parentLin" presStyleCnt="0"/>
      <dgm:spPr/>
    </dgm:pt>
    <dgm:pt modelId="{1F2AA090-4098-4A3E-B00D-691743C81227}" type="pres">
      <dgm:prSet presAssocID="{7C235324-EF70-4141-8571-EA632B4F82E3}" presName="parentLeftMargin" presStyleLbl="node1" presStyleIdx="3" presStyleCnt="5"/>
      <dgm:spPr/>
    </dgm:pt>
    <dgm:pt modelId="{89ACB2E3-E132-4D15-A61E-77580D087C2E}" type="pres">
      <dgm:prSet presAssocID="{7C235324-EF70-4141-8571-EA632B4F82E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84F8CD9-0EEF-452C-B21D-FBFD9B838513}" type="pres">
      <dgm:prSet presAssocID="{7C235324-EF70-4141-8571-EA632B4F82E3}" presName="negativeSpace" presStyleCnt="0"/>
      <dgm:spPr/>
    </dgm:pt>
    <dgm:pt modelId="{3DC72483-D36F-4D32-90BA-8A5F18B509E1}" type="pres">
      <dgm:prSet presAssocID="{7C235324-EF70-4141-8571-EA632B4F82E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A572E3F-90A9-45C0-AC92-CAFCEC6607E7}" type="presOf" srcId="{472723DE-8A97-4F5B-ACA1-2701A2EF4587}" destId="{0DDEC24E-FDF0-4C71-955C-F41FBF1EB55A}" srcOrd="0" destOrd="0" presId="urn:microsoft.com/office/officeart/2005/8/layout/list1"/>
    <dgm:cxn modelId="{C081CA5B-A1A9-46B8-ABAE-AE3697824077}" type="presOf" srcId="{7C235324-EF70-4141-8571-EA632B4F82E3}" destId="{89ACB2E3-E132-4D15-A61E-77580D087C2E}" srcOrd="1" destOrd="0" presId="urn:microsoft.com/office/officeart/2005/8/layout/list1"/>
    <dgm:cxn modelId="{4F9F2B50-FE0C-45D4-8D71-1D984B42DEEE}" type="presOf" srcId="{472723DE-8A97-4F5B-ACA1-2701A2EF4587}" destId="{B01B642E-8D87-462F-A535-59CFA801C714}" srcOrd="1" destOrd="0" presId="urn:microsoft.com/office/officeart/2005/8/layout/list1"/>
    <dgm:cxn modelId="{1E66B652-F6A5-40D8-87B5-DC167C70191C}" srcId="{8258FFAB-EB90-4615-9FBB-660DC7500110}" destId="{E5740F6F-0A07-46AB-88A2-6821ECFD3A18}" srcOrd="2" destOrd="0" parTransId="{4F553C54-7C88-40DA-A8C6-18873F19A4E0}" sibTransId="{93C4DC9E-9B63-4920-B947-54F1E8F6DA70}"/>
    <dgm:cxn modelId="{4D0FF97D-19E9-422F-827B-DAEDDAFEBE1D}" type="presOf" srcId="{8258FFAB-EB90-4615-9FBB-660DC7500110}" destId="{1311921D-D6EF-4210-BF32-CA5B30DC8FD8}" srcOrd="0" destOrd="0" presId="urn:microsoft.com/office/officeart/2005/8/layout/list1"/>
    <dgm:cxn modelId="{4BF84F82-BCBF-41A0-9E8A-3D3506F54565}" type="presOf" srcId="{44D0F2BB-63E2-461F-AB20-938F9B3C6770}" destId="{3BAB659D-70F7-48C5-ABE0-441B723E4645}" srcOrd="0" destOrd="0" presId="urn:microsoft.com/office/officeart/2005/8/layout/list1"/>
    <dgm:cxn modelId="{0ED4B88E-5CDF-4E37-A8B3-51196FA371C9}" srcId="{8258FFAB-EB90-4615-9FBB-660DC7500110}" destId="{C01603F9-020B-451F-B169-CF9785F56DC4}" srcOrd="1" destOrd="0" parTransId="{7DCDCBE5-323E-4BC4-BCC5-28DDDDCB6E40}" sibTransId="{295F9FB0-F6F0-4A88-BDDF-004CF5FCBFC8}"/>
    <dgm:cxn modelId="{A0931B9A-E6F1-49DB-A8F3-91E0AFB33095}" type="presOf" srcId="{E5740F6F-0A07-46AB-88A2-6821ECFD3A18}" destId="{52898E3D-8938-484D-AC8C-4BE461A89069}" srcOrd="1" destOrd="0" presId="urn:microsoft.com/office/officeart/2005/8/layout/list1"/>
    <dgm:cxn modelId="{24D8C6A8-658E-4C61-A002-32C618C3B3C5}" type="presOf" srcId="{E5740F6F-0A07-46AB-88A2-6821ECFD3A18}" destId="{92DB5099-5485-42B1-84C7-0C3E962B0AAD}" srcOrd="0" destOrd="0" presId="urn:microsoft.com/office/officeart/2005/8/layout/list1"/>
    <dgm:cxn modelId="{EA24D8A9-FC7C-405A-95A3-92917B7C2D1D}" srcId="{8258FFAB-EB90-4615-9FBB-660DC7500110}" destId="{44D0F2BB-63E2-461F-AB20-938F9B3C6770}" srcOrd="3" destOrd="0" parTransId="{C2A4F325-A23F-421C-84B2-5EC6E87BAB3D}" sibTransId="{ED25BAB8-A8E2-4627-B89D-F9F10E2F4DC1}"/>
    <dgm:cxn modelId="{5EBE4CB8-EB07-447F-8403-1FD9C8D7B6C4}" srcId="{8258FFAB-EB90-4615-9FBB-660DC7500110}" destId="{7C235324-EF70-4141-8571-EA632B4F82E3}" srcOrd="4" destOrd="0" parTransId="{5F6E8554-9488-4705-A3F0-8EE42C33D560}" sibTransId="{88B41454-AD52-448F-8400-BF512AC3F1E8}"/>
    <dgm:cxn modelId="{66F756D0-4706-4609-8DAA-36A5487EBF4B}" type="presOf" srcId="{7C235324-EF70-4141-8571-EA632B4F82E3}" destId="{1F2AA090-4098-4A3E-B00D-691743C81227}" srcOrd="0" destOrd="0" presId="urn:microsoft.com/office/officeart/2005/8/layout/list1"/>
    <dgm:cxn modelId="{00722DD3-6BF8-4E48-A6D7-E6AB65879051}" type="presOf" srcId="{C01603F9-020B-451F-B169-CF9785F56DC4}" destId="{02C98AC2-43D5-4C83-BDDD-5EDBA5F954ED}" srcOrd="1" destOrd="0" presId="urn:microsoft.com/office/officeart/2005/8/layout/list1"/>
    <dgm:cxn modelId="{48932ED3-A380-41C0-95D6-596BDAF852E2}" srcId="{8258FFAB-EB90-4615-9FBB-660DC7500110}" destId="{472723DE-8A97-4F5B-ACA1-2701A2EF4587}" srcOrd="0" destOrd="0" parTransId="{74EB9F4D-7EEF-4FAE-8ECD-0B1F609BCAC4}" sibTransId="{2EB4F1D1-7D42-43AD-B2E9-F970150D789B}"/>
    <dgm:cxn modelId="{6DF35EE4-DA01-4217-9B73-08ABE8F38D41}" type="presOf" srcId="{44D0F2BB-63E2-461F-AB20-938F9B3C6770}" destId="{20B6F691-B349-4B0A-A958-34822466A52A}" srcOrd="1" destOrd="0" presId="urn:microsoft.com/office/officeart/2005/8/layout/list1"/>
    <dgm:cxn modelId="{87FB87FC-1C68-4A78-AB10-DD75F2738EBE}" type="presOf" srcId="{C01603F9-020B-451F-B169-CF9785F56DC4}" destId="{1EDE86A9-22D3-42EC-9642-263628F37D48}" srcOrd="0" destOrd="0" presId="urn:microsoft.com/office/officeart/2005/8/layout/list1"/>
    <dgm:cxn modelId="{55F21161-4C9B-4C00-A04C-F585B65C1C20}" type="presParOf" srcId="{1311921D-D6EF-4210-BF32-CA5B30DC8FD8}" destId="{D15569E6-EF93-4DCB-B050-35C40F8585EB}" srcOrd="0" destOrd="0" presId="urn:microsoft.com/office/officeart/2005/8/layout/list1"/>
    <dgm:cxn modelId="{351DB48F-49A5-4350-8264-18EF41290811}" type="presParOf" srcId="{D15569E6-EF93-4DCB-B050-35C40F8585EB}" destId="{0DDEC24E-FDF0-4C71-955C-F41FBF1EB55A}" srcOrd="0" destOrd="0" presId="urn:microsoft.com/office/officeart/2005/8/layout/list1"/>
    <dgm:cxn modelId="{C7FAC933-9E71-47B2-8988-170DFA2A6522}" type="presParOf" srcId="{D15569E6-EF93-4DCB-B050-35C40F8585EB}" destId="{B01B642E-8D87-462F-A535-59CFA801C714}" srcOrd="1" destOrd="0" presId="urn:microsoft.com/office/officeart/2005/8/layout/list1"/>
    <dgm:cxn modelId="{8235CE39-CADE-4435-ABDA-141174A3508E}" type="presParOf" srcId="{1311921D-D6EF-4210-BF32-CA5B30DC8FD8}" destId="{010603F5-80C5-4759-A635-4D212949D4CA}" srcOrd="1" destOrd="0" presId="urn:microsoft.com/office/officeart/2005/8/layout/list1"/>
    <dgm:cxn modelId="{6552B3FD-42D5-41D9-840A-93824F79EAE4}" type="presParOf" srcId="{1311921D-D6EF-4210-BF32-CA5B30DC8FD8}" destId="{1AE3FD09-C05F-49D8-A587-A7A85F42323C}" srcOrd="2" destOrd="0" presId="urn:microsoft.com/office/officeart/2005/8/layout/list1"/>
    <dgm:cxn modelId="{C4ED2077-781D-4544-92DE-CA3D60E0A69F}" type="presParOf" srcId="{1311921D-D6EF-4210-BF32-CA5B30DC8FD8}" destId="{7E6E6CF6-1B11-43F6-AED8-748B1FC8B64F}" srcOrd="3" destOrd="0" presId="urn:microsoft.com/office/officeart/2005/8/layout/list1"/>
    <dgm:cxn modelId="{4BA5FBA5-DC1D-4AA0-A75E-9C7DF3DDBBB3}" type="presParOf" srcId="{1311921D-D6EF-4210-BF32-CA5B30DC8FD8}" destId="{7E8C842F-6FE8-4E82-8A57-5E1F08C9AA95}" srcOrd="4" destOrd="0" presId="urn:microsoft.com/office/officeart/2005/8/layout/list1"/>
    <dgm:cxn modelId="{17FA6F08-6602-4F29-9F9F-1A57D2533543}" type="presParOf" srcId="{7E8C842F-6FE8-4E82-8A57-5E1F08C9AA95}" destId="{1EDE86A9-22D3-42EC-9642-263628F37D48}" srcOrd="0" destOrd="0" presId="urn:microsoft.com/office/officeart/2005/8/layout/list1"/>
    <dgm:cxn modelId="{15BED614-34D3-4679-A90A-41B79C4854E9}" type="presParOf" srcId="{7E8C842F-6FE8-4E82-8A57-5E1F08C9AA95}" destId="{02C98AC2-43D5-4C83-BDDD-5EDBA5F954ED}" srcOrd="1" destOrd="0" presId="urn:microsoft.com/office/officeart/2005/8/layout/list1"/>
    <dgm:cxn modelId="{0EDFC6F4-6A5D-44CF-AEAF-675418C149C8}" type="presParOf" srcId="{1311921D-D6EF-4210-BF32-CA5B30DC8FD8}" destId="{0F637D2D-18E5-49A5-9BED-1184EEF376B4}" srcOrd="5" destOrd="0" presId="urn:microsoft.com/office/officeart/2005/8/layout/list1"/>
    <dgm:cxn modelId="{C0D1BB8E-8032-42EF-81D8-FDF1DB24EA07}" type="presParOf" srcId="{1311921D-D6EF-4210-BF32-CA5B30DC8FD8}" destId="{D5CC5929-D5E2-4EC6-B9AB-6290B2404AEA}" srcOrd="6" destOrd="0" presId="urn:microsoft.com/office/officeart/2005/8/layout/list1"/>
    <dgm:cxn modelId="{454DA5F4-235D-4968-8E5A-5A78FE6A9ABB}" type="presParOf" srcId="{1311921D-D6EF-4210-BF32-CA5B30DC8FD8}" destId="{2ADD233F-9577-4452-BD1B-768A5FD8D3B1}" srcOrd="7" destOrd="0" presId="urn:microsoft.com/office/officeart/2005/8/layout/list1"/>
    <dgm:cxn modelId="{8A24DE9B-9859-4FF9-AF98-1C11965274AF}" type="presParOf" srcId="{1311921D-D6EF-4210-BF32-CA5B30DC8FD8}" destId="{9D679D22-8BFB-4BC2-B031-1A358AF7CFF8}" srcOrd="8" destOrd="0" presId="urn:microsoft.com/office/officeart/2005/8/layout/list1"/>
    <dgm:cxn modelId="{492623DE-F4B0-48CC-A88C-D79267322628}" type="presParOf" srcId="{9D679D22-8BFB-4BC2-B031-1A358AF7CFF8}" destId="{92DB5099-5485-42B1-84C7-0C3E962B0AAD}" srcOrd="0" destOrd="0" presId="urn:microsoft.com/office/officeart/2005/8/layout/list1"/>
    <dgm:cxn modelId="{5E7852AA-7382-4B6F-8925-84701644CA37}" type="presParOf" srcId="{9D679D22-8BFB-4BC2-B031-1A358AF7CFF8}" destId="{52898E3D-8938-484D-AC8C-4BE461A89069}" srcOrd="1" destOrd="0" presId="urn:microsoft.com/office/officeart/2005/8/layout/list1"/>
    <dgm:cxn modelId="{3AAF6653-BB70-4500-BFF8-DEF2A24453C0}" type="presParOf" srcId="{1311921D-D6EF-4210-BF32-CA5B30DC8FD8}" destId="{AD4B2A40-7B17-4559-9978-3B576709B9BB}" srcOrd="9" destOrd="0" presId="urn:microsoft.com/office/officeart/2005/8/layout/list1"/>
    <dgm:cxn modelId="{D5BB98B4-7FEE-4A18-833C-F40714A10789}" type="presParOf" srcId="{1311921D-D6EF-4210-BF32-CA5B30DC8FD8}" destId="{5CDCB6C1-3392-4A5C-A79E-E86D0634D1E1}" srcOrd="10" destOrd="0" presId="urn:microsoft.com/office/officeart/2005/8/layout/list1"/>
    <dgm:cxn modelId="{6A3BAD4F-082B-4D60-8380-98BB7D32512F}" type="presParOf" srcId="{1311921D-D6EF-4210-BF32-CA5B30DC8FD8}" destId="{CC845178-F947-43A9-8952-394BC60B5BAD}" srcOrd="11" destOrd="0" presId="urn:microsoft.com/office/officeart/2005/8/layout/list1"/>
    <dgm:cxn modelId="{D44E9E84-C444-42B1-9B1F-2C546D96A8DC}" type="presParOf" srcId="{1311921D-D6EF-4210-BF32-CA5B30DC8FD8}" destId="{7B57A8B4-94D4-4787-8BFD-CD6572888C13}" srcOrd="12" destOrd="0" presId="urn:microsoft.com/office/officeart/2005/8/layout/list1"/>
    <dgm:cxn modelId="{A762BD3C-EF2C-4D07-B1A9-515F504A30AF}" type="presParOf" srcId="{7B57A8B4-94D4-4787-8BFD-CD6572888C13}" destId="{3BAB659D-70F7-48C5-ABE0-441B723E4645}" srcOrd="0" destOrd="0" presId="urn:microsoft.com/office/officeart/2005/8/layout/list1"/>
    <dgm:cxn modelId="{15407805-2D96-4F71-BF63-43C33E89FE5A}" type="presParOf" srcId="{7B57A8B4-94D4-4787-8BFD-CD6572888C13}" destId="{20B6F691-B349-4B0A-A958-34822466A52A}" srcOrd="1" destOrd="0" presId="urn:microsoft.com/office/officeart/2005/8/layout/list1"/>
    <dgm:cxn modelId="{5BF9B117-C98C-48BF-993A-3DDD6391DAEC}" type="presParOf" srcId="{1311921D-D6EF-4210-BF32-CA5B30DC8FD8}" destId="{DB37A83B-3C31-49A9-87FD-2EA5AB7FAD73}" srcOrd="13" destOrd="0" presId="urn:microsoft.com/office/officeart/2005/8/layout/list1"/>
    <dgm:cxn modelId="{C2B0F6A9-CE6A-4FE5-A802-85607A8AC61D}" type="presParOf" srcId="{1311921D-D6EF-4210-BF32-CA5B30DC8FD8}" destId="{EA3CA09F-19EB-4E2A-945E-400467141824}" srcOrd="14" destOrd="0" presId="urn:microsoft.com/office/officeart/2005/8/layout/list1"/>
    <dgm:cxn modelId="{4E19668D-533B-4C0C-8129-969048B33089}" type="presParOf" srcId="{1311921D-D6EF-4210-BF32-CA5B30DC8FD8}" destId="{D620D9A6-5EF9-41A1-89D9-D01C692ABB7E}" srcOrd="15" destOrd="0" presId="urn:microsoft.com/office/officeart/2005/8/layout/list1"/>
    <dgm:cxn modelId="{F0CBEF9D-C789-477A-86FA-7CC6D5410321}" type="presParOf" srcId="{1311921D-D6EF-4210-BF32-CA5B30DC8FD8}" destId="{3234C182-F410-4C2A-8CC1-F6519DA02FA2}" srcOrd="16" destOrd="0" presId="urn:microsoft.com/office/officeart/2005/8/layout/list1"/>
    <dgm:cxn modelId="{4030B900-C7AE-48B0-85F6-7EF839180545}" type="presParOf" srcId="{3234C182-F410-4C2A-8CC1-F6519DA02FA2}" destId="{1F2AA090-4098-4A3E-B00D-691743C81227}" srcOrd="0" destOrd="0" presId="urn:microsoft.com/office/officeart/2005/8/layout/list1"/>
    <dgm:cxn modelId="{3FBF2988-8EF3-4AD3-8B92-534CE9590E05}" type="presParOf" srcId="{3234C182-F410-4C2A-8CC1-F6519DA02FA2}" destId="{89ACB2E3-E132-4D15-A61E-77580D087C2E}" srcOrd="1" destOrd="0" presId="urn:microsoft.com/office/officeart/2005/8/layout/list1"/>
    <dgm:cxn modelId="{9098167F-8256-42E3-BAE6-2C4A76C4EC55}" type="presParOf" srcId="{1311921D-D6EF-4210-BF32-CA5B30DC8FD8}" destId="{F84F8CD9-0EEF-452C-B21D-FBFD9B838513}" srcOrd="17" destOrd="0" presId="urn:microsoft.com/office/officeart/2005/8/layout/list1"/>
    <dgm:cxn modelId="{5E8932B9-40D7-4BA9-A43E-22706CF615A8}" type="presParOf" srcId="{1311921D-D6EF-4210-BF32-CA5B30DC8FD8}" destId="{3DC72483-D36F-4D32-90BA-8A5F18B509E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E2D769-DA3E-4113-8C83-1384D2DC381E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4F9D39-8D38-40F0-947C-E29AE2F41AE9}">
      <dgm:prSet/>
      <dgm:spPr/>
      <dgm:t>
        <a:bodyPr/>
        <a:lstStyle/>
        <a:p>
          <a:r>
            <a:rPr lang="en-US"/>
            <a:t>Cloudflare Workers (backend) </a:t>
          </a:r>
        </a:p>
      </dgm:t>
    </dgm:pt>
    <dgm:pt modelId="{9AFC6CB6-FCBA-4115-82B5-1003DF312D6C}" type="parTrans" cxnId="{CD8FD8BF-F957-4933-A9EF-E90DF2A1262E}">
      <dgm:prSet/>
      <dgm:spPr/>
      <dgm:t>
        <a:bodyPr/>
        <a:lstStyle/>
        <a:p>
          <a:endParaRPr lang="en-US"/>
        </a:p>
      </dgm:t>
    </dgm:pt>
    <dgm:pt modelId="{6024A458-06B8-48CA-AAE0-16A9194A5065}" type="sibTrans" cxnId="{CD8FD8BF-F957-4933-A9EF-E90DF2A1262E}">
      <dgm:prSet/>
      <dgm:spPr/>
      <dgm:t>
        <a:bodyPr/>
        <a:lstStyle/>
        <a:p>
          <a:endParaRPr lang="en-US"/>
        </a:p>
      </dgm:t>
    </dgm:pt>
    <dgm:pt modelId="{18FAA35B-5C5D-4F3B-8BD9-7B6BCC0B09D8}">
      <dgm:prSet/>
      <dgm:spPr/>
      <dgm:t>
        <a:bodyPr/>
        <a:lstStyle/>
        <a:p>
          <a:r>
            <a:rPr lang="en-US"/>
            <a:t>Cloudflare D1 (base de datos) </a:t>
          </a:r>
        </a:p>
      </dgm:t>
    </dgm:pt>
    <dgm:pt modelId="{89190239-EB6B-4AB8-AA14-CB15B2BD8003}" type="parTrans" cxnId="{BFAA4A87-B80B-4DD6-B398-B4D17CA162DD}">
      <dgm:prSet/>
      <dgm:spPr/>
      <dgm:t>
        <a:bodyPr/>
        <a:lstStyle/>
        <a:p>
          <a:endParaRPr lang="en-US"/>
        </a:p>
      </dgm:t>
    </dgm:pt>
    <dgm:pt modelId="{3FFC9B24-A3A9-4FB4-8FBA-595BBC82CF6D}" type="sibTrans" cxnId="{BFAA4A87-B80B-4DD6-B398-B4D17CA162DD}">
      <dgm:prSet/>
      <dgm:spPr/>
      <dgm:t>
        <a:bodyPr/>
        <a:lstStyle/>
        <a:p>
          <a:endParaRPr lang="en-US"/>
        </a:p>
      </dgm:t>
    </dgm:pt>
    <dgm:pt modelId="{8D277888-FACA-4F6D-8661-672D404FF82F}">
      <dgm:prSet/>
      <dgm:spPr/>
      <dgm:t>
        <a:bodyPr/>
        <a:lstStyle/>
        <a:p>
          <a:r>
            <a:rPr lang="en-US"/>
            <a:t>HTML, CSS, JavaScript (frontend) </a:t>
          </a:r>
        </a:p>
      </dgm:t>
    </dgm:pt>
    <dgm:pt modelId="{F16F8291-6E5F-4EDF-9FF8-3EA23F48A1A4}" type="parTrans" cxnId="{3DECD43D-5E73-4EC8-9719-A18A0FD9E11B}">
      <dgm:prSet/>
      <dgm:spPr/>
      <dgm:t>
        <a:bodyPr/>
        <a:lstStyle/>
        <a:p>
          <a:endParaRPr lang="en-US"/>
        </a:p>
      </dgm:t>
    </dgm:pt>
    <dgm:pt modelId="{FDC57AE7-A5F9-4513-B1B5-D0EA92CA9031}" type="sibTrans" cxnId="{3DECD43D-5E73-4EC8-9719-A18A0FD9E11B}">
      <dgm:prSet/>
      <dgm:spPr/>
      <dgm:t>
        <a:bodyPr/>
        <a:lstStyle/>
        <a:p>
          <a:endParaRPr lang="en-US"/>
        </a:p>
      </dgm:t>
    </dgm:pt>
    <dgm:pt modelId="{F6CAC7D5-F2A7-4AD8-8047-F76FFD2DB6AD}">
      <dgm:prSet/>
      <dgm:spPr/>
      <dgm:t>
        <a:bodyPr/>
        <a:lstStyle/>
        <a:p>
          <a:r>
            <a:rPr lang="en-US"/>
            <a:t>GitHub Actions (CI/CD) </a:t>
          </a:r>
        </a:p>
      </dgm:t>
    </dgm:pt>
    <dgm:pt modelId="{602B6AAE-D559-4AAA-AE9A-8491B8005BAC}" type="parTrans" cxnId="{73DE3EE6-42C3-458E-AEB5-8A0799EB16D4}">
      <dgm:prSet/>
      <dgm:spPr/>
      <dgm:t>
        <a:bodyPr/>
        <a:lstStyle/>
        <a:p>
          <a:endParaRPr lang="en-US"/>
        </a:p>
      </dgm:t>
    </dgm:pt>
    <dgm:pt modelId="{B7F37042-B311-4718-8F54-4501A8888697}" type="sibTrans" cxnId="{73DE3EE6-42C3-458E-AEB5-8A0799EB16D4}">
      <dgm:prSet/>
      <dgm:spPr/>
      <dgm:t>
        <a:bodyPr/>
        <a:lstStyle/>
        <a:p>
          <a:endParaRPr lang="en-US"/>
        </a:p>
      </dgm:t>
    </dgm:pt>
    <dgm:pt modelId="{A788B85B-87B1-4228-AF24-0B0D442B277B}">
      <dgm:prSet/>
      <dgm:spPr/>
      <dgm:t>
        <a:bodyPr/>
        <a:lstStyle/>
        <a:p>
          <a:r>
            <a:rPr lang="en-US"/>
            <a:t>YAML </a:t>
          </a:r>
        </a:p>
      </dgm:t>
    </dgm:pt>
    <dgm:pt modelId="{3187181D-82FB-4004-9ECC-5237EDF00DEC}" type="parTrans" cxnId="{FA109839-BC07-4796-8C4C-6441C8BA2450}">
      <dgm:prSet/>
      <dgm:spPr/>
      <dgm:t>
        <a:bodyPr/>
        <a:lstStyle/>
        <a:p>
          <a:endParaRPr lang="en-US"/>
        </a:p>
      </dgm:t>
    </dgm:pt>
    <dgm:pt modelId="{9AB1D048-575C-4F21-B6CC-3D3DDA2E6046}" type="sibTrans" cxnId="{FA109839-BC07-4796-8C4C-6441C8BA2450}">
      <dgm:prSet/>
      <dgm:spPr/>
      <dgm:t>
        <a:bodyPr/>
        <a:lstStyle/>
        <a:p>
          <a:endParaRPr lang="en-US"/>
        </a:p>
      </dgm:t>
    </dgm:pt>
    <dgm:pt modelId="{CC80EC77-FF30-4C60-9627-52C72AC41768}" type="pres">
      <dgm:prSet presAssocID="{CCE2D769-DA3E-4113-8C83-1384D2DC38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2CBEF2-6DA9-4192-8C39-6502F551022F}" type="pres">
      <dgm:prSet presAssocID="{AB4F9D39-8D38-40F0-947C-E29AE2F41AE9}" presName="hierRoot1" presStyleCnt="0"/>
      <dgm:spPr/>
    </dgm:pt>
    <dgm:pt modelId="{13B79C93-6BC4-4E21-8123-F5250ABC5DED}" type="pres">
      <dgm:prSet presAssocID="{AB4F9D39-8D38-40F0-947C-E29AE2F41AE9}" presName="composite" presStyleCnt="0"/>
      <dgm:spPr/>
    </dgm:pt>
    <dgm:pt modelId="{F1F59205-4A13-4EE8-B15B-4BB61FF66902}" type="pres">
      <dgm:prSet presAssocID="{AB4F9D39-8D38-40F0-947C-E29AE2F41AE9}" presName="background" presStyleLbl="node0" presStyleIdx="0" presStyleCnt="5"/>
      <dgm:spPr/>
    </dgm:pt>
    <dgm:pt modelId="{3AABBAFD-012A-40B1-8D17-A29E0CF7C53E}" type="pres">
      <dgm:prSet presAssocID="{AB4F9D39-8D38-40F0-947C-E29AE2F41AE9}" presName="text" presStyleLbl="fgAcc0" presStyleIdx="0" presStyleCnt="5">
        <dgm:presLayoutVars>
          <dgm:chPref val="3"/>
        </dgm:presLayoutVars>
      </dgm:prSet>
      <dgm:spPr/>
    </dgm:pt>
    <dgm:pt modelId="{3EFAE04A-FB6F-45CA-BDF8-A4D366886170}" type="pres">
      <dgm:prSet presAssocID="{AB4F9D39-8D38-40F0-947C-E29AE2F41AE9}" presName="hierChild2" presStyleCnt="0"/>
      <dgm:spPr/>
    </dgm:pt>
    <dgm:pt modelId="{80FA3A80-E420-47C2-8AEE-53AEE4FB7A8A}" type="pres">
      <dgm:prSet presAssocID="{18FAA35B-5C5D-4F3B-8BD9-7B6BCC0B09D8}" presName="hierRoot1" presStyleCnt="0"/>
      <dgm:spPr/>
    </dgm:pt>
    <dgm:pt modelId="{96D9E612-1379-4631-B6BC-92564F80FB6C}" type="pres">
      <dgm:prSet presAssocID="{18FAA35B-5C5D-4F3B-8BD9-7B6BCC0B09D8}" presName="composite" presStyleCnt="0"/>
      <dgm:spPr/>
    </dgm:pt>
    <dgm:pt modelId="{4473176E-3A3C-4F81-993E-427AD399D904}" type="pres">
      <dgm:prSet presAssocID="{18FAA35B-5C5D-4F3B-8BD9-7B6BCC0B09D8}" presName="background" presStyleLbl="node0" presStyleIdx="1" presStyleCnt="5"/>
      <dgm:spPr/>
    </dgm:pt>
    <dgm:pt modelId="{B2395C35-D954-4EC8-883B-5ED816C75EED}" type="pres">
      <dgm:prSet presAssocID="{18FAA35B-5C5D-4F3B-8BD9-7B6BCC0B09D8}" presName="text" presStyleLbl="fgAcc0" presStyleIdx="1" presStyleCnt="5">
        <dgm:presLayoutVars>
          <dgm:chPref val="3"/>
        </dgm:presLayoutVars>
      </dgm:prSet>
      <dgm:spPr/>
    </dgm:pt>
    <dgm:pt modelId="{B94D40AA-FB85-4BB4-B856-3B7FB94AD193}" type="pres">
      <dgm:prSet presAssocID="{18FAA35B-5C5D-4F3B-8BD9-7B6BCC0B09D8}" presName="hierChild2" presStyleCnt="0"/>
      <dgm:spPr/>
    </dgm:pt>
    <dgm:pt modelId="{AF76354C-0780-454A-B172-A0064F5112C2}" type="pres">
      <dgm:prSet presAssocID="{8D277888-FACA-4F6D-8661-672D404FF82F}" presName="hierRoot1" presStyleCnt="0"/>
      <dgm:spPr/>
    </dgm:pt>
    <dgm:pt modelId="{6B405CE7-B191-4615-9652-66DAB4F3FC66}" type="pres">
      <dgm:prSet presAssocID="{8D277888-FACA-4F6D-8661-672D404FF82F}" presName="composite" presStyleCnt="0"/>
      <dgm:spPr/>
    </dgm:pt>
    <dgm:pt modelId="{392B0CB5-1568-469D-A4CB-2671C19364F2}" type="pres">
      <dgm:prSet presAssocID="{8D277888-FACA-4F6D-8661-672D404FF82F}" presName="background" presStyleLbl="node0" presStyleIdx="2" presStyleCnt="5"/>
      <dgm:spPr/>
    </dgm:pt>
    <dgm:pt modelId="{F8D40173-A4BB-4CC4-976D-D21338280D03}" type="pres">
      <dgm:prSet presAssocID="{8D277888-FACA-4F6D-8661-672D404FF82F}" presName="text" presStyleLbl="fgAcc0" presStyleIdx="2" presStyleCnt="5">
        <dgm:presLayoutVars>
          <dgm:chPref val="3"/>
        </dgm:presLayoutVars>
      </dgm:prSet>
      <dgm:spPr/>
    </dgm:pt>
    <dgm:pt modelId="{AA7B3F28-2374-4239-96B3-91FE5650D7E1}" type="pres">
      <dgm:prSet presAssocID="{8D277888-FACA-4F6D-8661-672D404FF82F}" presName="hierChild2" presStyleCnt="0"/>
      <dgm:spPr/>
    </dgm:pt>
    <dgm:pt modelId="{A219C34B-6CEB-4090-AF6E-5DDA0E428A6A}" type="pres">
      <dgm:prSet presAssocID="{F6CAC7D5-F2A7-4AD8-8047-F76FFD2DB6AD}" presName="hierRoot1" presStyleCnt="0"/>
      <dgm:spPr/>
    </dgm:pt>
    <dgm:pt modelId="{FF164D98-464E-421A-B2F2-78D2C62F89EA}" type="pres">
      <dgm:prSet presAssocID="{F6CAC7D5-F2A7-4AD8-8047-F76FFD2DB6AD}" presName="composite" presStyleCnt="0"/>
      <dgm:spPr/>
    </dgm:pt>
    <dgm:pt modelId="{ED4932C6-0816-4EEA-A5B5-DAD23F401A7F}" type="pres">
      <dgm:prSet presAssocID="{F6CAC7D5-F2A7-4AD8-8047-F76FFD2DB6AD}" presName="background" presStyleLbl="node0" presStyleIdx="3" presStyleCnt="5"/>
      <dgm:spPr/>
    </dgm:pt>
    <dgm:pt modelId="{F51A56E2-03B2-492F-8961-57DF34722E4A}" type="pres">
      <dgm:prSet presAssocID="{F6CAC7D5-F2A7-4AD8-8047-F76FFD2DB6AD}" presName="text" presStyleLbl="fgAcc0" presStyleIdx="3" presStyleCnt="5">
        <dgm:presLayoutVars>
          <dgm:chPref val="3"/>
        </dgm:presLayoutVars>
      </dgm:prSet>
      <dgm:spPr/>
    </dgm:pt>
    <dgm:pt modelId="{69617A70-CDFB-499A-9995-5AAC8244D25E}" type="pres">
      <dgm:prSet presAssocID="{F6CAC7D5-F2A7-4AD8-8047-F76FFD2DB6AD}" presName="hierChild2" presStyleCnt="0"/>
      <dgm:spPr/>
    </dgm:pt>
    <dgm:pt modelId="{99D78FE8-DB25-44FD-891D-1154AAD5339E}" type="pres">
      <dgm:prSet presAssocID="{A788B85B-87B1-4228-AF24-0B0D442B277B}" presName="hierRoot1" presStyleCnt="0"/>
      <dgm:spPr/>
    </dgm:pt>
    <dgm:pt modelId="{2010E7D2-F4A0-4DF6-9626-21B62D746738}" type="pres">
      <dgm:prSet presAssocID="{A788B85B-87B1-4228-AF24-0B0D442B277B}" presName="composite" presStyleCnt="0"/>
      <dgm:spPr/>
    </dgm:pt>
    <dgm:pt modelId="{EF1A5CDC-B497-4017-847C-A6DD912FD6C3}" type="pres">
      <dgm:prSet presAssocID="{A788B85B-87B1-4228-AF24-0B0D442B277B}" presName="background" presStyleLbl="node0" presStyleIdx="4" presStyleCnt="5"/>
      <dgm:spPr/>
    </dgm:pt>
    <dgm:pt modelId="{DBDC21F2-19A9-49E0-9CF4-39C5228BC163}" type="pres">
      <dgm:prSet presAssocID="{A788B85B-87B1-4228-AF24-0B0D442B277B}" presName="text" presStyleLbl="fgAcc0" presStyleIdx="4" presStyleCnt="5">
        <dgm:presLayoutVars>
          <dgm:chPref val="3"/>
        </dgm:presLayoutVars>
      </dgm:prSet>
      <dgm:spPr/>
    </dgm:pt>
    <dgm:pt modelId="{FCF34E10-202A-4D0A-AAE7-CCC4F6B0CEC3}" type="pres">
      <dgm:prSet presAssocID="{A788B85B-87B1-4228-AF24-0B0D442B277B}" presName="hierChild2" presStyleCnt="0"/>
      <dgm:spPr/>
    </dgm:pt>
  </dgm:ptLst>
  <dgm:cxnLst>
    <dgm:cxn modelId="{F6EB0538-14A9-4542-9109-2E244EA10940}" type="presOf" srcId="{8D277888-FACA-4F6D-8661-672D404FF82F}" destId="{F8D40173-A4BB-4CC4-976D-D21338280D03}" srcOrd="0" destOrd="0" presId="urn:microsoft.com/office/officeart/2005/8/layout/hierarchy1"/>
    <dgm:cxn modelId="{FA109839-BC07-4796-8C4C-6441C8BA2450}" srcId="{CCE2D769-DA3E-4113-8C83-1384D2DC381E}" destId="{A788B85B-87B1-4228-AF24-0B0D442B277B}" srcOrd="4" destOrd="0" parTransId="{3187181D-82FB-4004-9ECC-5237EDF00DEC}" sibTransId="{9AB1D048-575C-4F21-B6CC-3D3DDA2E6046}"/>
    <dgm:cxn modelId="{3DECD43D-5E73-4EC8-9719-A18A0FD9E11B}" srcId="{CCE2D769-DA3E-4113-8C83-1384D2DC381E}" destId="{8D277888-FACA-4F6D-8661-672D404FF82F}" srcOrd="2" destOrd="0" parTransId="{F16F8291-6E5F-4EDF-9FF8-3EA23F48A1A4}" sibTransId="{FDC57AE7-A5F9-4513-B1B5-D0EA92CA9031}"/>
    <dgm:cxn modelId="{EE7B776A-948F-4D6D-A0E7-450860CBBD2A}" type="presOf" srcId="{18FAA35B-5C5D-4F3B-8BD9-7B6BCC0B09D8}" destId="{B2395C35-D954-4EC8-883B-5ED816C75EED}" srcOrd="0" destOrd="0" presId="urn:microsoft.com/office/officeart/2005/8/layout/hierarchy1"/>
    <dgm:cxn modelId="{6FA21D6B-F43E-49BF-883E-BE3621D5B296}" type="presOf" srcId="{F6CAC7D5-F2A7-4AD8-8047-F76FFD2DB6AD}" destId="{F51A56E2-03B2-492F-8961-57DF34722E4A}" srcOrd="0" destOrd="0" presId="urn:microsoft.com/office/officeart/2005/8/layout/hierarchy1"/>
    <dgm:cxn modelId="{11157E4C-4D2D-4B66-880E-0D80DEE072D0}" type="presOf" srcId="{CCE2D769-DA3E-4113-8C83-1384D2DC381E}" destId="{CC80EC77-FF30-4C60-9627-52C72AC41768}" srcOrd="0" destOrd="0" presId="urn:microsoft.com/office/officeart/2005/8/layout/hierarchy1"/>
    <dgm:cxn modelId="{BFAA4A87-B80B-4DD6-B398-B4D17CA162DD}" srcId="{CCE2D769-DA3E-4113-8C83-1384D2DC381E}" destId="{18FAA35B-5C5D-4F3B-8BD9-7B6BCC0B09D8}" srcOrd="1" destOrd="0" parTransId="{89190239-EB6B-4AB8-AA14-CB15B2BD8003}" sibTransId="{3FFC9B24-A3A9-4FB4-8FBA-595BBC82CF6D}"/>
    <dgm:cxn modelId="{BC9B9CA8-B299-43C8-9740-7C9E99F6ECA7}" type="presOf" srcId="{AB4F9D39-8D38-40F0-947C-E29AE2F41AE9}" destId="{3AABBAFD-012A-40B1-8D17-A29E0CF7C53E}" srcOrd="0" destOrd="0" presId="urn:microsoft.com/office/officeart/2005/8/layout/hierarchy1"/>
    <dgm:cxn modelId="{CD8FD8BF-F957-4933-A9EF-E90DF2A1262E}" srcId="{CCE2D769-DA3E-4113-8C83-1384D2DC381E}" destId="{AB4F9D39-8D38-40F0-947C-E29AE2F41AE9}" srcOrd="0" destOrd="0" parTransId="{9AFC6CB6-FCBA-4115-82B5-1003DF312D6C}" sibTransId="{6024A458-06B8-48CA-AAE0-16A9194A5065}"/>
    <dgm:cxn modelId="{4C87BBC8-27A9-4B43-92A4-30A03FD086F3}" type="presOf" srcId="{A788B85B-87B1-4228-AF24-0B0D442B277B}" destId="{DBDC21F2-19A9-49E0-9CF4-39C5228BC163}" srcOrd="0" destOrd="0" presId="urn:microsoft.com/office/officeart/2005/8/layout/hierarchy1"/>
    <dgm:cxn modelId="{73DE3EE6-42C3-458E-AEB5-8A0799EB16D4}" srcId="{CCE2D769-DA3E-4113-8C83-1384D2DC381E}" destId="{F6CAC7D5-F2A7-4AD8-8047-F76FFD2DB6AD}" srcOrd="3" destOrd="0" parTransId="{602B6AAE-D559-4AAA-AE9A-8491B8005BAC}" sibTransId="{B7F37042-B311-4718-8F54-4501A8888697}"/>
    <dgm:cxn modelId="{923940C1-A010-423B-88AB-5A83C6090E04}" type="presParOf" srcId="{CC80EC77-FF30-4C60-9627-52C72AC41768}" destId="{7E2CBEF2-6DA9-4192-8C39-6502F551022F}" srcOrd="0" destOrd="0" presId="urn:microsoft.com/office/officeart/2005/8/layout/hierarchy1"/>
    <dgm:cxn modelId="{63553837-D44C-421A-8EE3-B6096A8DB035}" type="presParOf" srcId="{7E2CBEF2-6DA9-4192-8C39-6502F551022F}" destId="{13B79C93-6BC4-4E21-8123-F5250ABC5DED}" srcOrd="0" destOrd="0" presId="urn:microsoft.com/office/officeart/2005/8/layout/hierarchy1"/>
    <dgm:cxn modelId="{CB2D7127-A85A-460E-A064-8398966C6BCD}" type="presParOf" srcId="{13B79C93-6BC4-4E21-8123-F5250ABC5DED}" destId="{F1F59205-4A13-4EE8-B15B-4BB61FF66902}" srcOrd="0" destOrd="0" presId="urn:microsoft.com/office/officeart/2005/8/layout/hierarchy1"/>
    <dgm:cxn modelId="{5E9CFBB3-82D3-45C0-B6C9-2350EBBA0BBB}" type="presParOf" srcId="{13B79C93-6BC4-4E21-8123-F5250ABC5DED}" destId="{3AABBAFD-012A-40B1-8D17-A29E0CF7C53E}" srcOrd="1" destOrd="0" presId="urn:microsoft.com/office/officeart/2005/8/layout/hierarchy1"/>
    <dgm:cxn modelId="{E1D7532F-1B86-4EA9-B640-0BD096CCD383}" type="presParOf" srcId="{7E2CBEF2-6DA9-4192-8C39-6502F551022F}" destId="{3EFAE04A-FB6F-45CA-BDF8-A4D366886170}" srcOrd="1" destOrd="0" presId="urn:microsoft.com/office/officeart/2005/8/layout/hierarchy1"/>
    <dgm:cxn modelId="{4D3AD25A-8B5C-42A2-9A5C-02F96D637220}" type="presParOf" srcId="{CC80EC77-FF30-4C60-9627-52C72AC41768}" destId="{80FA3A80-E420-47C2-8AEE-53AEE4FB7A8A}" srcOrd="1" destOrd="0" presId="urn:microsoft.com/office/officeart/2005/8/layout/hierarchy1"/>
    <dgm:cxn modelId="{4EA5639E-6902-421A-9B03-6166CEB0C454}" type="presParOf" srcId="{80FA3A80-E420-47C2-8AEE-53AEE4FB7A8A}" destId="{96D9E612-1379-4631-B6BC-92564F80FB6C}" srcOrd="0" destOrd="0" presId="urn:microsoft.com/office/officeart/2005/8/layout/hierarchy1"/>
    <dgm:cxn modelId="{EDDF23DC-CBBD-400B-A480-49D919F05829}" type="presParOf" srcId="{96D9E612-1379-4631-B6BC-92564F80FB6C}" destId="{4473176E-3A3C-4F81-993E-427AD399D904}" srcOrd="0" destOrd="0" presId="urn:microsoft.com/office/officeart/2005/8/layout/hierarchy1"/>
    <dgm:cxn modelId="{D2394026-7944-4269-9F3D-157BBFEDBB6E}" type="presParOf" srcId="{96D9E612-1379-4631-B6BC-92564F80FB6C}" destId="{B2395C35-D954-4EC8-883B-5ED816C75EED}" srcOrd="1" destOrd="0" presId="urn:microsoft.com/office/officeart/2005/8/layout/hierarchy1"/>
    <dgm:cxn modelId="{57C6DD30-AC53-41C2-94B5-0B7D5417AF3D}" type="presParOf" srcId="{80FA3A80-E420-47C2-8AEE-53AEE4FB7A8A}" destId="{B94D40AA-FB85-4BB4-B856-3B7FB94AD193}" srcOrd="1" destOrd="0" presId="urn:microsoft.com/office/officeart/2005/8/layout/hierarchy1"/>
    <dgm:cxn modelId="{3E54EFD5-0C45-4986-B69E-1194BF470492}" type="presParOf" srcId="{CC80EC77-FF30-4C60-9627-52C72AC41768}" destId="{AF76354C-0780-454A-B172-A0064F5112C2}" srcOrd="2" destOrd="0" presId="urn:microsoft.com/office/officeart/2005/8/layout/hierarchy1"/>
    <dgm:cxn modelId="{F18394B8-078C-4547-ADAF-884BB2CA8D28}" type="presParOf" srcId="{AF76354C-0780-454A-B172-A0064F5112C2}" destId="{6B405CE7-B191-4615-9652-66DAB4F3FC66}" srcOrd="0" destOrd="0" presId="urn:microsoft.com/office/officeart/2005/8/layout/hierarchy1"/>
    <dgm:cxn modelId="{01BCA27E-12B6-499B-A2A8-A84857E78EF0}" type="presParOf" srcId="{6B405CE7-B191-4615-9652-66DAB4F3FC66}" destId="{392B0CB5-1568-469D-A4CB-2671C19364F2}" srcOrd="0" destOrd="0" presId="urn:microsoft.com/office/officeart/2005/8/layout/hierarchy1"/>
    <dgm:cxn modelId="{FBB80552-5816-4394-9097-071CF770F6A4}" type="presParOf" srcId="{6B405CE7-B191-4615-9652-66DAB4F3FC66}" destId="{F8D40173-A4BB-4CC4-976D-D21338280D03}" srcOrd="1" destOrd="0" presId="urn:microsoft.com/office/officeart/2005/8/layout/hierarchy1"/>
    <dgm:cxn modelId="{1CDB94B4-8B8E-495B-8AD4-B75DC2816464}" type="presParOf" srcId="{AF76354C-0780-454A-B172-A0064F5112C2}" destId="{AA7B3F28-2374-4239-96B3-91FE5650D7E1}" srcOrd="1" destOrd="0" presId="urn:microsoft.com/office/officeart/2005/8/layout/hierarchy1"/>
    <dgm:cxn modelId="{0CEF3456-4BF9-4A29-958C-29F69A62BE6A}" type="presParOf" srcId="{CC80EC77-FF30-4C60-9627-52C72AC41768}" destId="{A219C34B-6CEB-4090-AF6E-5DDA0E428A6A}" srcOrd="3" destOrd="0" presId="urn:microsoft.com/office/officeart/2005/8/layout/hierarchy1"/>
    <dgm:cxn modelId="{67283292-F6F6-499E-BE99-0CAF9E4F8D8C}" type="presParOf" srcId="{A219C34B-6CEB-4090-AF6E-5DDA0E428A6A}" destId="{FF164D98-464E-421A-B2F2-78D2C62F89EA}" srcOrd="0" destOrd="0" presId="urn:microsoft.com/office/officeart/2005/8/layout/hierarchy1"/>
    <dgm:cxn modelId="{D875351C-0D71-4122-B60B-4506F03B9E00}" type="presParOf" srcId="{FF164D98-464E-421A-B2F2-78D2C62F89EA}" destId="{ED4932C6-0816-4EEA-A5B5-DAD23F401A7F}" srcOrd="0" destOrd="0" presId="urn:microsoft.com/office/officeart/2005/8/layout/hierarchy1"/>
    <dgm:cxn modelId="{97643959-78A9-4AB4-90AD-736BDBECFCFD}" type="presParOf" srcId="{FF164D98-464E-421A-B2F2-78D2C62F89EA}" destId="{F51A56E2-03B2-492F-8961-57DF34722E4A}" srcOrd="1" destOrd="0" presId="urn:microsoft.com/office/officeart/2005/8/layout/hierarchy1"/>
    <dgm:cxn modelId="{396F1361-DDD3-48ED-9DFB-EEF6F07D3135}" type="presParOf" srcId="{A219C34B-6CEB-4090-AF6E-5DDA0E428A6A}" destId="{69617A70-CDFB-499A-9995-5AAC8244D25E}" srcOrd="1" destOrd="0" presId="urn:microsoft.com/office/officeart/2005/8/layout/hierarchy1"/>
    <dgm:cxn modelId="{D79AB801-2057-42B2-A7E0-21D97B0496DA}" type="presParOf" srcId="{CC80EC77-FF30-4C60-9627-52C72AC41768}" destId="{99D78FE8-DB25-44FD-891D-1154AAD5339E}" srcOrd="4" destOrd="0" presId="urn:microsoft.com/office/officeart/2005/8/layout/hierarchy1"/>
    <dgm:cxn modelId="{6DEE2D18-51D0-44BE-AD38-C222C31F2955}" type="presParOf" srcId="{99D78FE8-DB25-44FD-891D-1154AAD5339E}" destId="{2010E7D2-F4A0-4DF6-9626-21B62D746738}" srcOrd="0" destOrd="0" presId="urn:microsoft.com/office/officeart/2005/8/layout/hierarchy1"/>
    <dgm:cxn modelId="{B5AE3D54-BBE5-40A0-ABD2-BC737173F744}" type="presParOf" srcId="{2010E7D2-F4A0-4DF6-9626-21B62D746738}" destId="{EF1A5CDC-B497-4017-847C-A6DD912FD6C3}" srcOrd="0" destOrd="0" presId="urn:microsoft.com/office/officeart/2005/8/layout/hierarchy1"/>
    <dgm:cxn modelId="{9142BCB6-E18F-4C80-A1C3-9E720308DA31}" type="presParOf" srcId="{2010E7D2-F4A0-4DF6-9626-21B62D746738}" destId="{DBDC21F2-19A9-49E0-9CF4-39C5228BC163}" srcOrd="1" destOrd="0" presId="urn:microsoft.com/office/officeart/2005/8/layout/hierarchy1"/>
    <dgm:cxn modelId="{23C3A571-CBCF-4E5A-BBBE-25A44C8248FC}" type="presParOf" srcId="{99D78FE8-DB25-44FD-891D-1154AAD5339E}" destId="{FCF34E10-202A-4D0A-AAE7-CCC4F6B0CEC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519F12-1F86-4314-8903-FFF0F4AD04BB}" type="doc">
      <dgm:prSet loTypeId="urn:microsoft.com/office/officeart/2005/8/layout/hierarchy1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165E12A-C32E-41C4-ADC6-2A01DC64A4B4}">
      <dgm:prSet/>
      <dgm:spPr/>
      <dgm:t>
        <a:bodyPr/>
        <a:lstStyle/>
        <a:p>
          <a:r>
            <a:rPr lang="es-ES"/>
            <a:t>El frontend se sirve como asset (archivo estático) desde Cloudflare</a:t>
          </a:r>
          <a:endParaRPr lang="en-US"/>
        </a:p>
      </dgm:t>
    </dgm:pt>
    <dgm:pt modelId="{51497886-F495-4053-A7AD-A2B0D33D8B26}" type="parTrans" cxnId="{2D749A5A-61B3-487D-B6C4-F807BE167118}">
      <dgm:prSet/>
      <dgm:spPr/>
      <dgm:t>
        <a:bodyPr/>
        <a:lstStyle/>
        <a:p>
          <a:endParaRPr lang="en-US"/>
        </a:p>
      </dgm:t>
    </dgm:pt>
    <dgm:pt modelId="{FE8B7EB2-210B-44B5-8C08-42588E3A75EB}" type="sibTrans" cxnId="{2D749A5A-61B3-487D-B6C4-F807BE167118}">
      <dgm:prSet/>
      <dgm:spPr/>
      <dgm:t>
        <a:bodyPr/>
        <a:lstStyle/>
        <a:p>
          <a:endParaRPr lang="en-US"/>
        </a:p>
      </dgm:t>
    </dgm:pt>
    <dgm:pt modelId="{8B31D96C-74A0-493A-8F8A-AD2519293310}">
      <dgm:prSet/>
      <dgm:spPr/>
      <dgm:t>
        <a:bodyPr/>
        <a:lstStyle/>
        <a:p>
          <a:r>
            <a:rPr lang="es-ES"/>
            <a:t>Esto significa que el HTML, CSS y JavaScript se entregan directamente sin necesidad de un servidor tradicional</a:t>
          </a:r>
          <a:endParaRPr lang="en-US"/>
        </a:p>
      </dgm:t>
    </dgm:pt>
    <dgm:pt modelId="{233E28BD-4572-4F90-8DA2-021A23B8FB43}" type="parTrans" cxnId="{44BA96B1-7474-4031-A636-1C5F93756C29}">
      <dgm:prSet/>
      <dgm:spPr/>
      <dgm:t>
        <a:bodyPr/>
        <a:lstStyle/>
        <a:p>
          <a:endParaRPr lang="en-US"/>
        </a:p>
      </dgm:t>
    </dgm:pt>
    <dgm:pt modelId="{3124E000-B732-4F06-B051-00D0BB6A4292}" type="sibTrans" cxnId="{44BA96B1-7474-4031-A636-1C5F93756C29}">
      <dgm:prSet/>
      <dgm:spPr/>
      <dgm:t>
        <a:bodyPr/>
        <a:lstStyle/>
        <a:p>
          <a:endParaRPr lang="en-US"/>
        </a:p>
      </dgm:t>
    </dgm:pt>
    <dgm:pt modelId="{91101DA5-8CF7-44BB-BD4E-8C16E8537176}">
      <dgm:prSet/>
      <dgm:spPr/>
      <dgm:t>
        <a:bodyPr/>
        <a:lstStyle/>
        <a:p>
          <a:r>
            <a:rPr lang="es-ES"/>
            <a:t>El Worker procesa solicitudes del usuario</a:t>
          </a:r>
          <a:endParaRPr lang="en-US"/>
        </a:p>
      </dgm:t>
    </dgm:pt>
    <dgm:pt modelId="{31001040-942B-4B03-B0B3-0C892BF8BE74}" type="parTrans" cxnId="{80B25C8B-0E88-4FA8-BAA7-7C9865271AAE}">
      <dgm:prSet/>
      <dgm:spPr/>
      <dgm:t>
        <a:bodyPr/>
        <a:lstStyle/>
        <a:p>
          <a:endParaRPr lang="en-US"/>
        </a:p>
      </dgm:t>
    </dgm:pt>
    <dgm:pt modelId="{5AEDCF33-BDC2-4916-A119-CA0FA1FD0D3C}" type="sibTrans" cxnId="{80B25C8B-0E88-4FA8-BAA7-7C9865271AAE}">
      <dgm:prSet/>
      <dgm:spPr/>
      <dgm:t>
        <a:bodyPr/>
        <a:lstStyle/>
        <a:p>
          <a:endParaRPr lang="en-US"/>
        </a:p>
      </dgm:t>
    </dgm:pt>
    <dgm:pt modelId="{EEC67A29-19A4-4D86-8B42-C2DB66C69C12}">
      <dgm:prSet/>
      <dgm:spPr/>
      <dgm:t>
        <a:bodyPr/>
        <a:lstStyle/>
        <a:p>
          <a:r>
            <a:rPr lang="es-ES"/>
            <a:t>D1 almacena los datos de manera persistente</a:t>
          </a:r>
          <a:endParaRPr lang="en-US"/>
        </a:p>
      </dgm:t>
    </dgm:pt>
    <dgm:pt modelId="{8D094CF3-1F53-432A-9F84-2B69589209A7}" type="parTrans" cxnId="{C4E62921-4135-42DC-A80F-1F87EC2CFD39}">
      <dgm:prSet/>
      <dgm:spPr/>
      <dgm:t>
        <a:bodyPr/>
        <a:lstStyle/>
        <a:p>
          <a:endParaRPr lang="en-US"/>
        </a:p>
      </dgm:t>
    </dgm:pt>
    <dgm:pt modelId="{D7043E6F-81EA-4E39-97F1-525871C65C44}" type="sibTrans" cxnId="{C4E62921-4135-42DC-A80F-1F87EC2CFD39}">
      <dgm:prSet/>
      <dgm:spPr/>
      <dgm:t>
        <a:bodyPr/>
        <a:lstStyle/>
        <a:p>
          <a:endParaRPr lang="en-US"/>
        </a:p>
      </dgm:t>
    </dgm:pt>
    <dgm:pt modelId="{DD59596D-8858-49FC-87D7-841E87D08AE3}" type="pres">
      <dgm:prSet presAssocID="{A9519F12-1F86-4314-8903-FFF0F4AD04B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A9AC90E-AD6F-472F-8FBE-A7F169EE780F}" type="pres">
      <dgm:prSet presAssocID="{E165E12A-C32E-41C4-ADC6-2A01DC64A4B4}" presName="hierRoot1" presStyleCnt="0"/>
      <dgm:spPr/>
    </dgm:pt>
    <dgm:pt modelId="{34678A80-06C7-4790-9B11-50A95D57B313}" type="pres">
      <dgm:prSet presAssocID="{E165E12A-C32E-41C4-ADC6-2A01DC64A4B4}" presName="composite" presStyleCnt="0"/>
      <dgm:spPr/>
    </dgm:pt>
    <dgm:pt modelId="{829F8C60-B6C5-4DDF-AC2D-A20EB7CFA79B}" type="pres">
      <dgm:prSet presAssocID="{E165E12A-C32E-41C4-ADC6-2A01DC64A4B4}" presName="background" presStyleLbl="node0" presStyleIdx="0" presStyleCnt="4"/>
      <dgm:spPr/>
    </dgm:pt>
    <dgm:pt modelId="{EADFA1D1-782B-4287-9B6D-692F978F077F}" type="pres">
      <dgm:prSet presAssocID="{E165E12A-C32E-41C4-ADC6-2A01DC64A4B4}" presName="text" presStyleLbl="fgAcc0" presStyleIdx="0" presStyleCnt="4">
        <dgm:presLayoutVars>
          <dgm:chPref val="3"/>
        </dgm:presLayoutVars>
      </dgm:prSet>
      <dgm:spPr/>
    </dgm:pt>
    <dgm:pt modelId="{4F1D97BD-A30F-4BD4-80D2-5F6E0844AE98}" type="pres">
      <dgm:prSet presAssocID="{E165E12A-C32E-41C4-ADC6-2A01DC64A4B4}" presName="hierChild2" presStyleCnt="0"/>
      <dgm:spPr/>
    </dgm:pt>
    <dgm:pt modelId="{9D811F6B-E216-40DA-B890-A4468FE7025E}" type="pres">
      <dgm:prSet presAssocID="{8B31D96C-74A0-493A-8F8A-AD2519293310}" presName="hierRoot1" presStyleCnt="0"/>
      <dgm:spPr/>
    </dgm:pt>
    <dgm:pt modelId="{1955CA03-0384-4D0A-B173-566B84186657}" type="pres">
      <dgm:prSet presAssocID="{8B31D96C-74A0-493A-8F8A-AD2519293310}" presName="composite" presStyleCnt="0"/>
      <dgm:spPr/>
    </dgm:pt>
    <dgm:pt modelId="{8FEA8702-9DC5-4772-9BA1-38242ADCD42C}" type="pres">
      <dgm:prSet presAssocID="{8B31D96C-74A0-493A-8F8A-AD2519293310}" presName="background" presStyleLbl="node0" presStyleIdx="1" presStyleCnt="4"/>
      <dgm:spPr/>
    </dgm:pt>
    <dgm:pt modelId="{94F81155-67BA-4221-BC3C-7E0E4B6C148A}" type="pres">
      <dgm:prSet presAssocID="{8B31D96C-74A0-493A-8F8A-AD2519293310}" presName="text" presStyleLbl="fgAcc0" presStyleIdx="1" presStyleCnt="4">
        <dgm:presLayoutVars>
          <dgm:chPref val="3"/>
        </dgm:presLayoutVars>
      </dgm:prSet>
      <dgm:spPr/>
    </dgm:pt>
    <dgm:pt modelId="{EFAE56E9-A485-452F-8352-2D706745C1BE}" type="pres">
      <dgm:prSet presAssocID="{8B31D96C-74A0-493A-8F8A-AD2519293310}" presName="hierChild2" presStyleCnt="0"/>
      <dgm:spPr/>
    </dgm:pt>
    <dgm:pt modelId="{C042088A-FD76-4FD3-9CB1-DAFF464160E3}" type="pres">
      <dgm:prSet presAssocID="{91101DA5-8CF7-44BB-BD4E-8C16E8537176}" presName="hierRoot1" presStyleCnt="0"/>
      <dgm:spPr/>
    </dgm:pt>
    <dgm:pt modelId="{25551E56-B64E-4758-865C-43E38E376B81}" type="pres">
      <dgm:prSet presAssocID="{91101DA5-8CF7-44BB-BD4E-8C16E8537176}" presName="composite" presStyleCnt="0"/>
      <dgm:spPr/>
    </dgm:pt>
    <dgm:pt modelId="{6A6F9F6B-5B0E-4669-8E10-1DF7B22CD88E}" type="pres">
      <dgm:prSet presAssocID="{91101DA5-8CF7-44BB-BD4E-8C16E8537176}" presName="background" presStyleLbl="node0" presStyleIdx="2" presStyleCnt="4"/>
      <dgm:spPr/>
    </dgm:pt>
    <dgm:pt modelId="{A9B0CDFE-16DD-41DC-BE03-ADE3B2E18DA9}" type="pres">
      <dgm:prSet presAssocID="{91101DA5-8CF7-44BB-BD4E-8C16E8537176}" presName="text" presStyleLbl="fgAcc0" presStyleIdx="2" presStyleCnt="4">
        <dgm:presLayoutVars>
          <dgm:chPref val="3"/>
        </dgm:presLayoutVars>
      </dgm:prSet>
      <dgm:spPr/>
    </dgm:pt>
    <dgm:pt modelId="{B8C567BA-C20F-403A-A686-69DEAC2BF601}" type="pres">
      <dgm:prSet presAssocID="{91101DA5-8CF7-44BB-BD4E-8C16E8537176}" presName="hierChild2" presStyleCnt="0"/>
      <dgm:spPr/>
    </dgm:pt>
    <dgm:pt modelId="{53BC1DBE-20E4-4BC7-BA7F-162CB1F6CD76}" type="pres">
      <dgm:prSet presAssocID="{EEC67A29-19A4-4D86-8B42-C2DB66C69C12}" presName="hierRoot1" presStyleCnt="0"/>
      <dgm:spPr/>
    </dgm:pt>
    <dgm:pt modelId="{38D14893-AFC1-48B1-92EA-5516571117B1}" type="pres">
      <dgm:prSet presAssocID="{EEC67A29-19A4-4D86-8B42-C2DB66C69C12}" presName="composite" presStyleCnt="0"/>
      <dgm:spPr/>
    </dgm:pt>
    <dgm:pt modelId="{D3EF1F39-E4BB-470F-8139-7EC33C51011F}" type="pres">
      <dgm:prSet presAssocID="{EEC67A29-19A4-4D86-8B42-C2DB66C69C12}" presName="background" presStyleLbl="node0" presStyleIdx="3" presStyleCnt="4"/>
      <dgm:spPr/>
    </dgm:pt>
    <dgm:pt modelId="{92A9D4DB-9BFE-45C5-B150-E371E88A1A12}" type="pres">
      <dgm:prSet presAssocID="{EEC67A29-19A4-4D86-8B42-C2DB66C69C12}" presName="text" presStyleLbl="fgAcc0" presStyleIdx="3" presStyleCnt="4">
        <dgm:presLayoutVars>
          <dgm:chPref val="3"/>
        </dgm:presLayoutVars>
      </dgm:prSet>
      <dgm:spPr/>
    </dgm:pt>
    <dgm:pt modelId="{21D104E3-D803-4952-93C4-2DDD2817E4E8}" type="pres">
      <dgm:prSet presAssocID="{EEC67A29-19A4-4D86-8B42-C2DB66C69C12}" presName="hierChild2" presStyleCnt="0"/>
      <dgm:spPr/>
    </dgm:pt>
  </dgm:ptLst>
  <dgm:cxnLst>
    <dgm:cxn modelId="{C4E62921-4135-42DC-A80F-1F87EC2CFD39}" srcId="{A9519F12-1F86-4314-8903-FFF0F4AD04BB}" destId="{EEC67A29-19A4-4D86-8B42-C2DB66C69C12}" srcOrd="3" destOrd="0" parTransId="{8D094CF3-1F53-432A-9F84-2B69589209A7}" sibTransId="{D7043E6F-81EA-4E39-97F1-525871C65C44}"/>
    <dgm:cxn modelId="{0F81CB47-DBBE-4254-919E-A311EDA21A02}" type="presOf" srcId="{A9519F12-1F86-4314-8903-FFF0F4AD04BB}" destId="{DD59596D-8858-49FC-87D7-841E87D08AE3}" srcOrd="0" destOrd="0" presId="urn:microsoft.com/office/officeart/2005/8/layout/hierarchy1"/>
    <dgm:cxn modelId="{50E39568-283C-4F28-B422-A87B4DC91BAD}" type="presOf" srcId="{EEC67A29-19A4-4D86-8B42-C2DB66C69C12}" destId="{92A9D4DB-9BFE-45C5-B150-E371E88A1A12}" srcOrd="0" destOrd="0" presId="urn:microsoft.com/office/officeart/2005/8/layout/hierarchy1"/>
    <dgm:cxn modelId="{DEC11877-5555-4381-BB79-21B4739C4725}" type="presOf" srcId="{91101DA5-8CF7-44BB-BD4E-8C16E8537176}" destId="{A9B0CDFE-16DD-41DC-BE03-ADE3B2E18DA9}" srcOrd="0" destOrd="0" presId="urn:microsoft.com/office/officeart/2005/8/layout/hierarchy1"/>
    <dgm:cxn modelId="{2D749A5A-61B3-487D-B6C4-F807BE167118}" srcId="{A9519F12-1F86-4314-8903-FFF0F4AD04BB}" destId="{E165E12A-C32E-41C4-ADC6-2A01DC64A4B4}" srcOrd="0" destOrd="0" parTransId="{51497886-F495-4053-A7AD-A2B0D33D8B26}" sibTransId="{FE8B7EB2-210B-44B5-8C08-42588E3A75EB}"/>
    <dgm:cxn modelId="{80B25C8B-0E88-4FA8-BAA7-7C9865271AAE}" srcId="{A9519F12-1F86-4314-8903-FFF0F4AD04BB}" destId="{91101DA5-8CF7-44BB-BD4E-8C16E8537176}" srcOrd="2" destOrd="0" parTransId="{31001040-942B-4B03-B0B3-0C892BF8BE74}" sibTransId="{5AEDCF33-BDC2-4916-A119-CA0FA1FD0D3C}"/>
    <dgm:cxn modelId="{4CBEADA3-7153-4391-A687-BC29D08A7662}" type="presOf" srcId="{8B31D96C-74A0-493A-8F8A-AD2519293310}" destId="{94F81155-67BA-4221-BC3C-7E0E4B6C148A}" srcOrd="0" destOrd="0" presId="urn:microsoft.com/office/officeart/2005/8/layout/hierarchy1"/>
    <dgm:cxn modelId="{44BA96B1-7474-4031-A636-1C5F93756C29}" srcId="{A9519F12-1F86-4314-8903-FFF0F4AD04BB}" destId="{8B31D96C-74A0-493A-8F8A-AD2519293310}" srcOrd="1" destOrd="0" parTransId="{233E28BD-4572-4F90-8DA2-021A23B8FB43}" sibTransId="{3124E000-B732-4F06-B051-00D0BB6A4292}"/>
    <dgm:cxn modelId="{8EA18BDA-032C-4D40-9A16-5DC797BC68B0}" type="presOf" srcId="{E165E12A-C32E-41C4-ADC6-2A01DC64A4B4}" destId="{EADFA1D1-782B-4287-9B6D-692F978F077F}" srcOrd="0" destOrd="0" presId="urn:microsoft.com/office/officeart/2005/8/layout/hierarchy1"/>
    <dgm:cxn modelId="{0E2F36FF-1FA5-481B-9EA0-4C4910D37367}" type="presParOf" srcId="{DD59596D-8858-49FC-87D7-841E87D08AE3}" destId="{BA9AC90E-AD6F-472F-8FBE-A7F169EE780F}" srcOrd="0" destOrd="0" presId="urn:microsoft.com/office/officeart/2005/8/layout/hierarchy1"/>
    <dgm:cxn modelId="{FE124D52-8C5F-4241-8A9B-52BC4C253A1C}" type="presParOf" srcId="{BA9AC90E-AD6F-472F-8FBE-A7F169EE780F}" destId="{34678A80-06C7-4790-9B11-50A95D57B313}" srcOrd="0" destOrd="0" presId="urn:microsoft.com/office/officeart/2005/8/layout/hierarchy1"/>
    <dgm:cxn modelId="{A9839B4E-BD09-4BD6-940F-14DDD0009FCA}" type="presParOf" srcId="{34678A80-06C7-4790-9B11-50A95D57B313}" destId="{829F8C60-B6C5-4DDF-AC2D-A20EB7CFA79B}" srcOrd="0" destOrd="0" presId="urn:microsoft.com/office/officeart/2005/8/layout/hierarchy1"/>
    <dgm:cxn modelId="{BBBEA786-BEEE-4713-9801-58B475E19C1C}" type="presParOf" srcId="{34678A80-06C7-4790-9B11-50A95D57B313}" destId="{EADFA1D1-782B-4287-9B6D-692F978F077F}" srcOrd="1" destOrd="0" presId="urn:microsoft.com/office/officeart/2005/8/layout/hierarchy1"/>
    <dgm:cxn modelId="{286E6C91-661A-41C4-90A8-CC0D0CEDE542}" type="presParOf" srcId="{BA9AC90E-AD6F-472F-8FBE-A7F169EE780F}" destId="{4F1D97BD-A30F-4BD4-80D2-5F6E0844AE98}" srcOrd="1" destOrd="0" presId="urn:microsoft.com/office/officeart/2005/8/layout/hierarchy1"/>
    <dgm:cxn modelId="{005E2ADD-0C27-4A0D-A344-4140AB63D149}" type="presParOf" srcId="{DD59596D-8858-49FC-87D7-841E87D08AE3}" destId="{9D811F6B-E216-40DA-B890-A4468FE7025E}" srcOrd="1" destOrd="0" presId="urn:microsoft.com/office/officeart/2005/8/layout/hierarchy1"/>
    <dgm:cxn modelId="{A26463CA-F2A6-4D41-8067-43137DFAA146}" type="presParOf" srcId="{9D811F6B-E216-40DA-B890-A4468FE7025E}" destId="{1955CA03-0384-4D0A-B173-566B84186657}" srcOrd="0" destOrd="0" presId="urn:microsoft.com/office/officeart/2005/8/layout/hierarchy1"/>
    <dgm:cxn modelId="{C13C395E-5A3A-42A7-9096-1859077E1CBB}" type="presParOf" srcId="{1955CA03-0384-4D0A-B173-566B84186657}" destId="{8FEA8702-9DC5-4772-9BA1-38242ADCD42C}" srcOrd="0" destOrd="0" presId="urn:microsoft.com/office/officeart/2005/8/layout/hierarchy1"/>
    <dgm:cxn modelId="{EC543A22-FC1A-452D-AF28-DA4CDC42C385}" type="presParOf" srcId="{1955CA03-0384-4D0A-B173-566B84186657}" destId="{94F81155-67BA-4221-BC3C-7E0E4B6C148A}" srcOrd="1" destOrd="0" presId="urn:microsoft.com/office/officeart/2005/8/layout/hierarchy1"/>
    <dgm:cxn modelId="{414DEFEE-3084-4D76-890A-7298E71349F9}" type="presParOf" srcId="{9D811F6B-E216-40DA-B890-A4468FE7025E}" destId="{EFAE56E9-A485-452F-8352-2D706745C1BE}" srcOrd="1" destOrd="0" presId="urn:microsoft.com/office/officeart/2005/8/layout/hierarchy1"/>
    <dgm:cxn modelId="{97DC1953-496C-4D5D-BCFF-397AF18287E8}" type="presParOf" srcId="{DD59596D-8858-49FC-87D7-841E87D08AE3}" destId="{C042088A-FD76-4FD3-9CB1-DAFF464160E3}" srcOrd="2" destOrd="0" presId="urn:microsoft.com/office/officeart/2005/8/layout/hierarchy1"/>
    <dgm:cxn modelId="{32CE0149-515C-4929-A7AB-CEC3EC04DB73}" type="presParOf" srcId="{C042088A-FD76-4FD3-9CB1-DAFF464160E3}" destId="{25551E56-B64E-4758-865C-43E38E376B81}" srcOrd="0" destOrd="0" presId="urn:microsoft.com/office/officeart/2005/8/layout/hierarchy1"/>
    <dgm:cxn modelId="{0DE39F94-7F09-4EB2-B3CA-9EFD29B34653}" type="presParOf" srcId="{25551E56-B64E-4758-865C-43E38E376B81}" destId="{6A6F9F6B-5B0E-4669-8E10-1DF7B22CD88E}" srcOrd="0" destOrd="0" presId="urn:microsoft.com/office/officeart/2005/8/layout/hierarchy1"/>
    <dgm:cxn modelId="{7C6F8F98-8D23-426D-AD27-58C51965E1D6}" type="presParOf" srcId="{25551E56-B64E-4758-865C-43E38E376B81}" destId="{A9B0CDFE-16DD-41DC-BE03-ADE3B2E18DA9}" srcOrd="1" destOrd="0" presId="urn:microsoft.com/office/officeart/2005/8/layout/hierarchy1"/>
    <dgm:cxn modelId="{6E953652-73E4-43A6-AEA6-38842563C517}" type="presParOf" srcId="{C042088A-FD76-4FD3-9CB1-DAFF464160E3}" destId="{B8C567BA-C20F-403A-A686-69DEAC2BF601}" srcOrd="1" destOrd="0" presId="urn:microsoft.com/office/officeart/2005/8/layout/hierarchy1"/>
    <dgm:cxn modelId="{F6DC9C36-E903-4681-BDEE-15F8FAC57CAD}" type="presParOf" srcId="{DD59596D-8858-49FC-87D7-841E87D08AE3}" destId="{53BC1DBE-20E4-4BC7-BA7F-162CB1F6CD76}" srcOrd="3" destOrd="0" presId="urn:microsoft.com/office/officeart/2005/8/layout/hierarchy1"/>
    <dgm:cxn modelId="{673F40CD-7B53-4BBC-B638-BBCE58EA86E4}" type="presParOf" srcId="{53BC1DBE-20E4-4BC7-BA7F-162CB1F6CD76}" destId="{38D14893-AFC1-48B1-92EA-5516571117B1}" srcOrd="0" destOrd="0" presId="urn:microsoft.com/office/officeart/2005/8/layout/hierarchy1"/>
    <dgm:cxn modelId="{C257FC01-F004-477C-AF58-BED7F097515C}" type="presParOf" srcId="{38D14893-AFC1-48B1-92EA-5516571117B1}" destId="{D3EF1F39-E4BB-470F-8139-7EC33C51011F}" srcOrd="0" destOrd="0" presId="urn:microsoft.com/office/officeart/2005/8/layout/hierarchy1"/>
    <dgm:cxn modelId="{B943617D-3169-4146-8E1D-8CE83E388804}" type="presParOf" srcId="{38D14893-AFC1-48B1-92EA-5516571117B1}" destId="{92A9D4DB-9BFE-45C5-B150-E371E88A1A12}" srcOrd="1" destOrd="0" presId="urn:microsoft.com/office/officeart/2005/8/layout/hierarchy1"/>
    <dgm:cxn modelId="{FCE71F76-C37B-431C-B72A-DA17D32A11EE}" type="presParOf" srcId="{53BC1DBE-20E4-4BC7-BA7F-162CB1F6CD76}" destId="{21D104E3-D803-4952-93C4-2DDD2817E4E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FBE39F-EBFB-4285-937B-4C358CA20D99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BCB9F54-4A6D-442B-9177-3E0EDC525041}">
      <dgm:prSet/>
      <dgm:spPr/>
      <dgm:t>
        <a:bodyPr/>
        <a:lstStyle/>
        <a:p>
          <a:r>
            <a:rPr lang="es-ES"/>
            <a:t>La base de datos utiliza Cloudflare D1 (basada en SQLite)</a:t>
          </a:r>
          <a:endParaRPr lang="en-US"/>
        </a:p>
      </dgm:t>
    </dgm:pt>
    <dgm:pt modelId="{9599FEA4-3889-405E-ABBE-1FE2C450F837}" type="parTrans" cxnId="{8A398523-5378-447F-A700-0886BB8B0E4D}">
      <dgm:prSet/>
      <dgm:spPr/>
      <dgm:t>
        <a:bodyPr/>
        <a:lstStyle/>
        <a:p>
          <a:endParaRPr lang="en-US"/>
        </a:p>
      </dgm:t>
    </dgm:pt>
    <dgm:pt modelId="{2568A745-9BD2-4F86-9897-91F34930AF61}" type="sibTrans" cxnId="{8A398523-5378-447F-A700-0886BB8B0E4D}">
      <dgm:prSet/>
      <dgm:spPr/>
      <dgm:t>
        <a:bodyPr/>
        <a:lstStyle/>
        <a:p>
          <a:endParaRPr lang="en-US"/>
        </a:p>
      </dgm:t>
    </dgm:pt>
    <dgm:pt modelId="{775186B9-3F7E-4CE8-9C8B-B2DE07BB738C}">
      <dgm:prSet/>
      <dgm:spPr/>
      <dgm:t>
        <a:bodyPr/>
        <a:lstStyle/>
        <a:p>
          <a:r>
            <a:rPr lang="es-ES"/>
            <a:t>El modelo es simple y eficiente para operaciones CRUD</a:t>
          </a:r>
          <a:endParaRPr lang="en-US"/>
        </a:p>
      </dgm:t>
    </dgm:pt>
    <dgm:pt modelId="{C9FE230F-EE0B-4B22-9827-423397945A54}" type="parTrans" cxnId="{1A8DC000-3046-4A63-81CD-C06C06389B58}">
      <dgm:prSet/>
      <dgm:spPr/>
      <dgm:t>
        <a:bodyPr/>
        <a:lstStyle/>
        <a:p>
          <a:endParaRPr lang="en-US"/>
        </a:p>
      </dgm:t>
    </dgm:pt>
    <dgm:pt modelId="{4BDC79DC-E198-4829-9F07-A264F8FC43B7}" type="sibTrans" cxnId="{1A8DC000-3046-4A63-81CD-C06C06389B58}">
      <dgm:prSet/>
      <dgm:spPr/>
      <dgm:t>
        <a:bodyPr/>
        <a:lstStyle/>
        <a:p>
          <a:endParaRPr lang="en-US"/>
        </a:p>
      </dgm:t>
    </dgm:pt>
    <dgm:pt modelId="{C92344F3-F255-477C-927B-6DB5EE825650}">
      <dgm:prSet/>
      <dgm:spPr/>
      <dgm:t>
        <a:bodyPr/>
        <a:lstStyle/>
        <a:p>
          <a:r>
            <a:rPr lang="es-ES"/>
            <a:t>Permite almacenar y recuperar información de manera persistente</a:t>
          </a:r>
          <a:endParaRPr lang="en-US"/>
        </a:p>
      </dgm:t>
    </dgm:pt>
    <dgm:pt modelId="{523AFB04-3C2D-4492-8476-DBBEFF89454A}" type="parTrans" cxnId="{42C9C002-64F3-4E4B-9E3F-0293C0E68FFE}">
      <dgm:prSet/>
      <dgm:spPr/>
      <dgm:t>
        <a:bodyPr/>
        <a:lstStyle/>
        <a:p>
          <a:endParaRPr lang="en-US"/>
        </a:p>
      </dgm:t>
    </dgm:pt>
    <dgm:pt modelId="{6E12067E-E0E0-4610-AD15-01B74B79F609}" type="sibTrans" cxnId="{42C9C002-64F3-4E4B-9E3F-0293C0E68FFE}">
      <dgm:prSet/>
      <dgm:spPr/>
      <dgm:t>
        <a:bodyPr/>
        <a:lstStyle/>
        <a:p>
          <a:endParaRPr lang="en-US"/>
        </a:p>
      </dgm:t>
    </dgm:pt>
    <dgm:pt modelId="{C453BBE5-91C4-4632-B016-709AF1897BF2}">
      <dgm:prSet/>
      <dgm:spPr/>
      <dgm:t>
        <a:bodyPr/>
        <a:lstStyle/>
        <a:p>
          <a:r>
            <a:rPr lang="es-ES"/>
            <a:t>Está optimizado para aplicaciones ligeras y serverless</a:t>
          </a:r>
          <a:endParaRPr lang="en-US"/>
        </a:p>
      </dgm:t>
    </dgm:pt>
    <dgm:pt modelId="{9594A102-77E1-4C4C-9FCE-3A21F6CD2D18}" type="parTrans" cxnId="{3208A848-9153-4FAF-9176-1187B1C8A7BB}">
      <dgm:prSet/>
      <dgm:spPr/>
      <dgm:t>
        <a:bodyPr/>
        <a:lstStyle/>
        <a:p>
          <a:endParaRPr lang="en-US"/>
        </a:p>
      </dgm:t>
    </dgm:pt>
    <dgm:pt modelId="{6F374E69-0417-4C7A-8A60-04617FE82E67}" type="sibTrans" cxnId="{3208A848-9153-4FAF-9176-1187B1C8A7BB}">
      <dgm:prSet/>
      <dgm:spPr/>
      <dgm:t>
        <a:bodyPr/>
        <a:lstStyle/>
        <a:p>
          <a:endParaRPr lang="en-US"/>
        </a:p>
      </dgm:t>
    </dgm:pt>
    <dgm:pt modelId="{C5E7F0C8-AFAC-47FE-9C78-8319F7A50CC0}" type="pres">
      <dgm:prSet presAssocID="{90FBE39F-EBFB-4285-937B-4C358CA20D9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4C3EA02-E139-49DA-AD87-A78E28A93FF2}" type="pres">
      <dgm:prSet presAssocID="{7BCB9F54-4A6D-442B-9177-3E0EDC525041}" presName="hierRoot1" presStyleCnt="0"/>
      <dgm:spPr/>
    </dgm:pt>
    <dgm:pt modelId="{35CBAB5B-5605-4B73-8296-DF85E68B1524}" type="pres">
      <dgm:prSet presAssocID="{7BCB9F54-4A6D-442B-9177-3E0EDC525041}" presName="composite" presStyleCnt="0"/>
      <dgm:spPr/>
    </dgm:pt>
    <dgm:pt modelId="{D7A34B03-1C23-4642-BE64-A37B58693DC6}" type="pres">
      <dgm:prSet presAssocID="{7BCB9F54-4A6D-442B-9177-3E0EDC525041}" presName="background" presStyleLbl="node0" presStyleIdx="0" presStyleCnt="4"/>
      <dgm:spPr/>
    </dgm:pt>
    <dgm:pt modelId="{5D05AEAC-CF97-4509-A3E1-21CAA1D1FD07}" type="pres">
      <dgm:prSet presAssocID="{7BCB9F54-4A6D-442B-9177-3E0EDC525041}" presName="text" presStyleLbl="fgAcc0" presStyleIdx="0" presStyleCnt="4">
        <dgm:presLayoutVars>
          <dgm:chPref val="3"/>
        </dgm:presLayoutVars>
      </dgm:prSet>
      <dgm:spPr/>
    </dgm:pt>
    <dgm:pt modelId="{C3582E89-E870-486E-81B2-4FD9C3A2096C}" type="pres">
      <dgm:prSet presAssocID="{7BCB9F54-4A6D-442B-9177-3E0EDC525041}" presName="hierChild2" presStyleCnt="0"/>
      <dgm:spPr/>
    </dgm:pt>
    <dgm:pt modelId="{9508A238-F5A3-4B03-A98E-311C70A75D59}" type="pres">
      <dgm:prSet presAssocID="{775186B9-3F7E-4CE8-9C8B-B2DE07BB738C}" presName="hierRoot1" presStyleCnt="0"/>
      <dgm:spPr/>
    </dgm:pt>
    <dgm:pt modelId="{BE2DFFCC-D000-4298-B677-B1A4859D1D64}" type="pres">
      <dgm:prSet presAssocID="{775186B9-3F7E-4CE8-9C8B-B2DE07BB738C}" presName="composite" presStyleCnt="0"/>
      <dgm:spPr/>
    </dgm:pt>
    <dgm:pt modelId="{F880B574-C623-4E2E-81C0-36FD0BBA0C6E}" type="pres">
      <dgm:prSet presAssocID="{775186B9-3F7E-4CE8-9C8B-B2DE07BB738C}" presName="background" presStyleLbl="node0" presStyleIdx="1" presStyleCnt="4"/>
      <dgm:spPr/>
    </dgm:pt>
    <dgm:pt modelId="{B24F2C7B-B85B-471D-A28B-774633DF4D95}" type="pres">
      <dgm:prSet presAssocID="{775186B9-3F7E-4CE8-9C8B-B2DE07BB738C}" presName="text" presStyleLbl="fgAcc0" presStyleIdx="1" presStyleCnt="4">
        <dgm:presLayoutVars>
          <dgm:chPref val="3"/>
        </dgm:presLayoutVars>
      </dgm:prSet>
      <dgm:spPr/>
    </dgm:pt>
    <dgm:pt modelId="{8CC812A1-0571-4673-B32A-737904A3B52A}" type="pres">
      <dgm:prSet presAssocID="{775186B9-3F7E-4CE8-9C8B-B2DE07BB738C}" presName="hierChild2" presStyleCnt="0"/>
      <dgm:spPr/>
    </dgm:pt>
    <dgm:pt modelId="{37AD3855-6AA3-445E-98C2-01E53933851F}" type="pres">
      <dgm:prSet presAssocID="{C92344F3-F255-477C-927B-6DB5EE825650}" presName="hierRoot1" presStyleCnt="0"/>
      <dgm:spPr/>
    </dgm:pt>
    <dgm:pt modelId="{EE0DA592-D60C-44CC-8355-9929674CE7CF}" type="pres">
      <dgm:prSet presAssocID="{C92344F3-F255-477C-927B-6DB5EE825650}" presName="composite" presStyleCnt="0"/>
      <dgm:spPr/>
    </dgm:pt>
    <dgm:pt modelId="{A1466DF6-64CD-4F16-9E4C-7D6A550308B6}" type="pres">
      <dgm:prSet presAssocID="{C92344F3-F255-477C-927B-6DB5EE825650}" presName="background" presStyleLbl="node0" presStyleIdx="2" presStyleCnt="4"/>
      <dgm:spPr/>
    </dgm:pt>
    <dgm:pt modelId="{38B33D9D-D17F-4D94-B5BA-7EC13A600DAD}" type="pres">
      <dgm:prSet presAssocID="{C92344F3-F255-477C-927B-6DB5EE825650}" presName="text" presStyleLbl="fgAcc0" presStyleIdx="2" presStyleCnt="4">
        <dgm:presLayoutVars>
          <dgm:chPref val="3"/>
        </dgm:presLayoutVars>
      </dgm:prSet>
      <dgm:spPr/>
    </dgm:pt>
    <dgm:pt modelId="{5E1A4D3D-0B18-4F91-B224-171E1025AA3F}" type="pres">
      <dgm:prSet presAssocID="{C92344F3-F255-477C-927B-6DB5EE825650}" presName="hierChild2" presStyleCnt="0"/>
      <dgm:spPr/>
    </dgm:pt>
    <dgm:pt modelId="{D475337B-BC40-4EF0-B032-6656E789E221}" type="pres">
      <dgm:prSet presAssocID="{C453BBE5-91C4-4632-B016-709AF1897BF2}" presName="hierRoot1" presStyleCnt="0"/>
      <dgm:spPr/>
    </dgm:pt>
    <dgm:pt modelId="{43F8996D-8EC8-4F19-81F3-6BB20C0F1AA5}" type="pres">
      <dgm:prSet presAssocID="{C453BBE5-91C4-4632-B016-709AF1897BF2}" presName="composite" presStyleCnt="0"/>
      <dgm:spPr/>
    </dgm:pt>
    <dgm:pt modelId="{ADB03768-BBB1-490F-AAE3-1A95D2D3422D}" type="pres">
      <dgm:prSet presAssocID="{C453BBE5-91C4-4632-B016-709AF1897BF2}" presName="background" presStyleLbl="node0" presStyleIdx="3" presStyleCnt="4"/>
      <dgm:spPr/>
    </dgm:pt>
    <dgm:pt modelId="{A8874244-EDA5-4EF3-800E-C12CF6ED24BC}" type="pres">
      <dgm:prSet presAssocID="{C453BBE5-91C4-4632-B016-709AF1897BF2}" presName="text" presStyleLbl="fgAcc0" presStyleIdx="3" presStyleCnt="4">
        <dgm:presLayoutVars>
          <dgm:chPref val="3"/>
        </dgm:presLayoutVars>
      </dgm:prSet>
      <dgm:spPr/>
    </dgm:pt>
    <dgm:pt modelId="{F2D24324-22B3-4834-A120-0FD033B8E1DC}" type="pres">
      <dgm:prSet presAssocID="{C453BBE5-91C4-4632-B016-709AF1897BF2}" presName="hierChild2" presStyleCnt="0"/>
      <dgm:spPr/>
    </dgm:pt>
  </dgm:ptLst>
  <dgm:cxnLst>
    <dgm:cxn modelId="{1A8DC000-3046-4A63-81CD-C06C06389B58}" srcId="{90FBE39F-EBFB-4285-937B-4C358CA20D99}" destId="{775186B9-3F7E-4CE8-9C8B-B2DE07BB738C}" srcOrd="1" destOrd="0" parTransId="{C9FE230F-EE0B-4B22-9827-423397945A54}" sibTransId="{4BDC79DC-E198-4829-9F07-A264F8FC43B7}"/>
    <dgm:cxn modelId="{42C9C002-64F3-4E4B-9E3F-0293C0E68FFE}" srcId="{90FBE39F-EBFB-4285-937B-4C358CA20D99}" destId="{C92344F3-F255-477C-927B-6DB5EE825650}" srcOrd="2" destOrd="0" parTransId="{523AFB04-3C2D-4492-8476-DBBEFF89454A}" sibTransId="{6E12067E-E0E0-4610-AD15-01B74B79F609}"/>
    <dgm:cxn modelId="{8A398523-5378-447F-A700-0886BB8B0E4D}" srcId="{90FBE39F-EBFB-4285-937B-4C358CA20D99}" destId="{7BCB9F54-4A6D-442B-9177-3E0EDC525041}" srcOrd="0" destOrd="0" parTransId="{9599FEA4-3889-405E-ABBE-1FE2C450F837}" sibTransId="{2568A745-9BD2-4F86-9897-91F34930AF61}"/>
    <dgm:cxn modelId="{15D6E02A-9B90-4B7A-9231-EF93BCB47C2B}" type="presOf" srcId="{90FBE39F-EBFB-4285-937B-4C358CA20D99}" destId="{C5E7F0C8-AFAC-47FE-9C78-8319F7A50CC0}" srcOrd="0" destOrd="0" presId="urn:microsoft.com/office/officeart/2005/8/layout/hierarchy1"/>
    <dgm:cxn modelId="{3208A848-9153-4FAF-9176-1187B1C8A7BB}" srcId="{90FBE39F-EBFB-4285-937B-4C358CA20D99}" destId="{C453BBE5-91C4-4632-B016-709AF1897BF2}" srcOrd="3" destOrd="0" parTransId="{9594A102-77E1-4C4C-9FCE-3A21F6CD2D18}" sibTransId="{6F374E69-0417-4C7A-8A60-04617FE82E67}"/>
    <dgm:cxn modelId="{4F0EC485-78BE-45E0-B744-667CD2FB6838}" type="presOf" srcId="{775186B9-3F7E-4CE8-9C8B-B2DE07BB738C}" destId="{B24F2C7B-B85B-471D-A28B-774633DF4D95}" srcOrd="0" destOrd="0" presId="urn:microsoft.com/office/officeart/2005/8/layout/hierarchy1"/>
    <dgm:cxn modelId="{9DFACE9E-B245-43EA-97A0-378A20D4535E}" type="presOf" srcId="{C453BBE5-91C4-4632-B016-709AF1897BF2}" destId="{A8874244-EDA5-4EF3-800E-C12CF6ED24BC}" srcOrd="0" destOrd="0" presId="urn:microsoft.com/office/officeart/2005/8/layout/hierarchy1"/>
    <dgm:cxn modelId="{ED519BD2-9414-49AE-94B3-3F69B19CD2E8}" type="presOf" srcId="{C92344F3-F255-477C-927B-6DB5EE825650}" destId="{38B33D9D-D17F-4D94-B5BA-7EC13A600DAD}" srcOrd="0" destOrd="0" presId="urn:microsoft.com/office/officeart/2005/8/layout/hierarchy1"/>
    <dgm:cxn modelId="{659602FB-789C-447C-8C27-763061EA3E27}" type="presOf" srcId="{7BCB9F54-4A6D-442B-9177-3E0EDC525041}" destId="{5D05AEAC-CF97-4509-A3E1-21CAA1D1FD07}" srcOrd="0" destOrd="0" presId="urn:microsoft.com/office/officeart/2005/8/layout/hierarchy1"/>
    <dgm:cxn modelId="{964A6E31-76C5-4452-95F9-372899C45FC6}" type="presParOf" srcId="{C5E7F0C8-AFAC-47FE-9C78-8319F7A50CC0}" destId="{E4C3EA02-E139-49DA-AD87-A78E28A93FF2}" srcOrd="0" destOrd="0" presId="urn:microsoft.com/office/officeart/2005/8/layout/hierarchy1"/>
    <dgm:cxn modelId="{6C40B1D4-534A-4CBA-8434-471A0C62A468}" type="presParOf" srcId="{E4C3EA02-E139-49DA-AD87-A78E28A93FF2}" destId="{35CBAB5B-5605-4B73-8296-DF85E68B1524}" srcOrd="0" destOrd="0" presId="urn:microsoft.com/office/officeart/2005/8/layout/hierarchy1"/>
    <dgm:cxn modelId="{DB9C5748-5AD3-461B-B22D-232E02891D3B}" type="presParOf" srcId="{35CBAB5B-5605-4B73-8296-DF85E68B1524}" destId="{D7A34B03-1C23-4642-BE64-A37B58693DC6}" srcOrd="0" destOrd="0" presId="urn:microsoft.com/office/officeart/2005/8/layout/hierarchy1"/>
    <dgm:cxn modelId="{BDADC4A0-EDE7-47E8-B8A6-5B8D0E0C2B3F}" type="presParOf" srcId="{35CBAB5B-5605-4B73-8296-DF85E68B1524}" destId="{5D05AEAC-CF97-4509-A3E1-21CAA1D1FD07}" srcOrd="1" destOrd="0" presId="urn:microsoft.com/office/officeart/2005/8/layout/hierarchy1"/>
    <dgm:cxn modelId="{95567140-EAD0-440D-964F-6C54DD8CEF14}" type="presParOf" srcId="{E4C3EA02-E139-49DA-AD87-A78E28A93FF2}" destId="{C3582E89-E870-486E-81B2-4FD9C3A2096C}" srcOrd="1" destOrd="0" presId="urn:microsoft.com/office/officeart/2005/8/layout/hierarchy1"/>
    <dgm:cxn modelId="{4967B48B-0F51-443F-845E-DE0DB6A46CA5}" type="presParOf" srcId="{C5E7F0C8-AFAC-47FE-9C78-8319F7A50CC0}" destId="{9508A238-F5A3-4B03-A98E-311C70A75D59}" srcOrd="1" destOrd="0" presId="urn:microsoft.com/office/officeart/2005/8/layout/hierarchy1"/>
    <dgm:cxn modelId="{99378693-3EEF-4988-8F7C-F3A291CE1E9F}" type="presParOf" srcId="{9508A238-F5A3-4B03-A98E-311C70A75D59}" destId="{BE2DFFCC-D000-4298-B677-B1A4859D1D64}" srcOrd="0" destOrd="0" presId="urn:microsoft.com/office/officeart/2005/8/layout/hierarchy1"/>
    <dgm:cxn modelId="{5C5F0D98-5633-4DD0-AF25-8376EF1197D0}" type="presParOf" srcId="{BE2DFFCC-D000-4298-B677-B1A4859D1D64}" destId="{F880B574-C623-4E2E-81C0-36FD0BBA0C6E}" srcOrd="0" destOrd="0" presId="urn:microsoft.com/office/officeart/2005/8/layout/hierarchy1"/>
    <dgm:cxn modelId="{B341FDC5-5ED6-4C96-8D1A-EF2A4C3C4D6D}" type="presParOf" srcId="{BE2DFFCC-D000-4298-B677-B1A4859D1D64}" destId="{B24F2C7B-B85B-471D-A28B-774633DF4D95}" srcOrd="1" destOrd="0" presId="urn:microsoft.com/office/officeart/2005/8/layout/hierarchy1"/>
    <dgm:cxn modelId="{14FECE64-BB76-4EB6-B860-6AA4579F60E7}" type="presParOf" srcId="{9508A238-F5A3-4B03-A98E-311C70A75D59}" destId="{8CC812A1-0571-4673-B32A-737904A3B52A}" srcOrd="1" destOrd="0" presId="urn:microsoft.com/office/officeart/2005/8/layout/hierarchy1"/>
    <dgm:cxn modelId="{792DD052-A075-4F36-8C63-9F73233661DD}" type="presParOf" srcId="{C5E7F0C8-AFAC-47FE-9C78-8319F7A50CC0}" destId="{37AD3855-6AA3-445E-98C2-01E53933851F}" srcOrd="2" destOrd="0" presId="urn:microsoft.com/office/officeart/2005/8/layout/hierarchy1"/>
    <dgm:cxn modelId="{DB58DB71-D7E9-4CB6-8FCE-DE2EAC34728F}" type="presParOf" srcId="{37AD3855-6AA3-445E-98C2-01E53933851F}" destId="{EE0DA592-D60C-44CC-8355-9929674CE7CF}" srcOrd="0" destOrd="0" presId="urn:microsoft.com/office/officeart/2005/8/layout/hierarchy1"/>
    <dgm:cxn modelId="{AAE056E7-B1BF-4D43-9910-DC747E486709}" type="presParOf" srcId="{EE0DA592-D60C-44CC-8355-9929674CE7CF}" destId="{A1466DF6-64CD-4F16-9E4C-7D6A550308B6}" srcOrd="0" destOrd="0" presId="urn:microsoft.com/office/officeart/2005/8/layout/hierarchy1"/>
    <dgm:cxn modelId="{43CB1646-678E-4520-B76E-06EF44CF6E70}" type="presParOf" srcId="{EE0DA592-D60C-44CC-8355-9929674CE7CF}" destId="{38B33D9D-D17F-4D94-B5BA-7EC13A600DAD}" srcOrd="1" destOrd="0" presId="urn:microsoft.com/office/officeart/2005/8/layout/hierarchy1"/>
    <dgm:cxn modelId="{0066B37E-A61E-44B6-BFA8-185B383CA617}" type="presParOf" srcId="{37AD3855-6AA3-445E-98C2-01E53933851F}" destId="{5E1A4D3D-0B18-4F91-B224-171E1025AA3F}" srcOrd="1" destOrd="0" presId="urn:microsoft.com/office/officeart/2005/8/layout/hierarchy1"/>
    <dgm:cxn modelId="{DDE83407-EF65-465F-B52F-CAA4AD15D8CB}" type="presParOf" srcId="{C5E7F0C8-AFAC-47FE-9C78-8319F7A50CC0}" destId="{D475337B-BC40-4EF0-B032-6656E789E221}" srcOrd="3" destOrd="0" presId="urn:microsoft.com/office/officeart/2005/8/layout/hierarchy1"/>
    <dgm:cxn modelId="{75DEDC57-1D0A-4117-AD47-8C780C536118}" type="presParOf" srcId="{D475337B-BC40-4EF0-B032-6656E789E221}" destId="{43F8996D-8EC8-4F19-81F3-6BB20C0F1AA5}" srcOrd="0" destOrd="0" presId="urn:microsoft.com/office/officeart/2005/8/layout/hierarchy1"/>
    <dgm:cxn modelId="{DF90FAB2-CC61-4775-B523-EA18837B8ACB}" type="presParOf" srcId="{43F8996D-8EC8-4F19-81F3-6BB20C0F1AA5}" destId="{ADB03768-BBB1-490F-AAE3-1A95D2D3422D}" srcOrd="0" destOrd="0" presId="urn:microsoft.com/office/officeart/2005/8/layout/hierarchy1"/>
    <dgm:cxn modelId="{5556B3A4-7167-49F4-A57C-BDD17E62E379}" type="presParOf" srcId="{43F8996D-8EC8-4F19-81F3-6BB20C0F1AA5}" destId="{A8874244-EDA5-4EF3-800E-C12CF6ED24BC}" srcOrd="1" destOrd="0" presId="urn:microsoft.com/office/officeart/2005/8/layout/hierarchy1"/>
    <dgm:cxn modelId="{CDC1336E-FF2D-4888-BACA-CD48C0994E1D}" type="presParOf" srcId="{D475337B-BC40-4EF0-B032-6656E789E221}" destId="{F2D24324-22B3-4834-A120-0FD033B8E1D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E7FA24-0BF0-4C12-9030-CBA0EF2E074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3A8D301-883B-41AC-BB07-10EB3CED3D3B}">
      <dgm:prSet/>
      <dgm:spPr/>
      <dgm:t>
        <a:bodyPr/>
        <a:lstStyle/>
        <a:p>
          <a:r>
            <a:rPr lang="es-ES"/>
            <a:t>Aunque no se usó en producción:</a:t>
          </a:r>
          <a:endParaRPr lang="en-US"/>
        </a:p>
      </dgm:t>
    </dgm:pt>
    <dgm:pt modelId="{971D4155-257C-4EF5-BB63-80522572DFB8}" type="parTrans" cxnId="{6DAAE16E-B827-4C43-97F5-1786013C525F}">
      <dgm:prSet/>
      <dgm:spPr/>
      <dgm:t>
        <a:bodyPr/>
        <a:lstStyle/>
        <a:p>
          <a:endParaRPr lang="en-US"/>
        </a:p>
      </dgm:t>
    </dgm:pt>
    <dgm:pt modelId="{0B4F57FA-AFEE-41A8-BA48-875BDED2DF17}" type="sibTrans" cxnId="{6DAAE16E-B827-4C43-97F5-1786013C525F}">
      <dgm:prSet/>
      <dgm:spPr/>
      <dgm:t>
        <a:bodyPr/>
        <a:lstStyle/>
        <a:p>
          <a:endParaRPr lang="en-US"/>
        </a:p>
      </dgm:t>
    </dgm:pt>
    <dgm:pt modelId="{5F103B27-5276-4CF6-8EC2-4EF49E210E60}">
      <dgm:prSet/>
      <dgm:spPr/>
      <dgm:t>
        <a:bodyPr/>
        <a:lstStyle/>
        <a:p>
          <a:r>
            <a:rPr lang="es-ES"/>
            <a:t>Permite contenerización del backend </a:t>
          </a:r>
          <a:endParaRPr lang="en-US"/>
        </a:p>
      </dgm:t>
    </dgm:pt>
    <dgm:pt modelId="{7A0F278C-B8E6-4702-A612-ED74F83445C0}" type="parTrans" cxnId="{9E093E45-C2E9-4514-8883-B7EBD1738DAB}">
      <dgm:prSet/>
      <dgm:spPr/>
      <dgm:t>
        <a:bodyPr/>
        <a:lstStyle/>
        <a:p>
          <a:endParaRPr lang="en-US"/>
        </a:p>
      </dgm:t>
    </dgm:pt>
    <dgm:pt modelId="{FA29C65D-8018-41FC-8883-6923CAEBAA5E}" type="sibTrans" cxnId="{9E093E45-C2E9-4514-8883-B7EBD1738DAB}">
      <dgm:prSet/>
      <dgm:spPr/>
      <dgm:t>
        <a:bodyPr/>
        <a:lstStyle/>
        <a:p>
          <a:endParaRPr lang="en-US"/>
        </a:p>
      </dgm:t>
    </dgm:pt>
    <dgm:pt modelId="{04E6297E-77AE-40DC-9772-2DEDBE89D896}">
      <dgm:prSet/>
      <dgm:spPr/>
      <dgm:t>
        <a:bodyPr/>
        <a:lstStyle/>
        <a:p>
          <a:r>
            <a:rPr lang="es-ES"/>
            <a:t>Facilita portabilidad </a:t>
          </a:r>
          <a:endParaRPr lang="en-US"/>
        </a:p>
      </dgm:t>
    </dgm:pt>
    <dgm:pt modelId="{826EB406-7719-4A10-A3A9-708D66EB154F}" type="parTrans" cxnId="{115BED34-0B8A-409F-91CA-CEAF9B5A7C55}">
      <dgm:prSet/>
      <dgm:spPr/>
      <dgm:t>
        <a:bodyPr/>
        <a:lstStyle/>
        <a:p>
          <a:endParaRPr lang="en-US"/>
        </a:p>
      </dgm:t>
    </dgm:pt>
    <dgm:pt modelId="{8CAEC2BD-A085-4D36-B5C5-0B7A85FC8DBD}" type="sibTrans" cxnId="{115BED34-0B8A-409F-91CA-CEAF9B5A7C55}">
      <dgm:prSet/>
      <dgm:spPr/>
      <dgm:t>
        <a:bodyPr/>
        <a:lstStyle/>
        <a:p>
          <a:endParaRPr lang="en-US"/>
        </a:p>
      </dgm:t>
    </dgm:pt>
    <dgm:pt modelId="{4CEEB731-77EA-4F7E-AD2E-91C97E84FDFB}">
      <dgm:prSet/>
      <dgm:spPr/>
      <dgm:t>
        <a:bodyPr/>
        <a:lstStyle/>
        <a:p>
          <a:r>
            <a:rPr lang="es-ES"/>
            <a:t>Compatible con entornos DevOps </a:t>
          </a:r>
          <a:endParaRPr lang="en-US"/>
        </a:p>
      </dgm:t>
    </dgm:pt>
    <dgm:pt modelId="{BF6CD850-2601-469B-A3F9-70704ED9CC55}" type="parTrans" cxnId="{E6F0215C-E8C9-4EF9-85E0-FFA24F138831}">
      <dgm:prSet/>
      <dgm:spPr/>
      <dgm:t>
        <a:bodyPr/>
        <a:lstStyle/>
        <a:p>
          <a:endParaRPr lang="en-US"/>
        </a:p>
      </dgm:t>
    </dgm:pt>
    <dgm:pt modelId="{03C762B9-883E-4FB6-A5C3-9979B0793E26}" type="sibTrans" cxnId="{E6F0215C-E8C9-4EF9-85E0-FFA24F138831}">
      <dgm:prSet/>
      <dgm:spPr/>
      <dgm:t>
        <a:bodyPr/>
        <a:lstStyle/>
        <a:p>
          <a:endParaRPr lang="en-US"/>
        </a:p>
      </dgm:t>
    </dgm:pt>
    <dgm:pt modelId="{D2E0D3F3-499D-4686-9AFC-4DDBD0FA67A4}" type="pres">
      <dgm:prSet presAssocID="{FEE7FA24-0BF0-4C12-9030-CBA0EF2E07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7D9CA0-BEC4-4D90-ABEC-38B1EE4C701D}" type="pres">
      <dgm:prSet presAssocID="{F3A8D301-883B-41AC-BB07-10EB3CED3D3B}" presName="hierRoot1" presStyleCnt="0"/>
      <dgm:spPr/>
    </dgm:pt>
    <dgm:pt modelId="{BD65710D-9DA1-42E8-A332-E94EF21048AB}" type="pres">
      <dgm:prSet presAssocID="{F3A8D301-883B-41AC-BB07-10EB3CED3D3B}" presName="composite" presStyleCnt="0"/>
      <dgm:spPr/>
    </dgm:pt>
    <dgm:pt modelId="{4288397A-EAB3-4FE4-BA9B-18E0F227E1A3}" type="pres">
      <dgm:prSet presAssocID="{F3A8D301-883B-41AC-BB07-10EB3CED3D3B}" presName="background" presStyleLbl="node0" presStyleIdx="0" presStyleCnt="4"/>
      <dgm:spPr/>
    </dgm:pt>
    <dgm:pt modelId="{84AD300C-8802-44D1-895A-211A3FDB9911}" type="pres">
      <dgm:prSet presAssocID="{F3A8D301-883B-41AC-BB07-10EB3CED3D3B}" presName="text" presStyleLbl="fgAcc0" presStyleIdx="0" presStyleCnt="4">
        <dgm:presLayoutVars>
          <dgm:chPref val="3"/>
        </dgm:presLayoutVars>
      </dgm:prSet>
      <dgm:spPr/>
    </dgm:pt>
    <dgm:pt modelId="{89EADED3-0286-4B16-83B7-CFD3233F6E80}" type="pres">
      <dgm:prSet presAssocID="{F3A8D301-883B-41AC-BB07-10EB3CED3D3B}" presName="hierChild2" presStyleCnt="0"/>
      <dgm:spPr/>
    </dgm:pt>
    <dgm:pt modelId="{46B89323-A04F-43E2-BE72-9A4915A4F98C}" type="pres">
      <dgm:prSet presAssocID="{5F103B27-5276-4CF6-8EC2-4EF49E210E60}" presName="hierRoot1" presStyleCnt="0"/>
      <dgm:spPr/>
    </dgm:pt>
    <dgm:pt modelId="{6DC4F39E-09C5-4461-946D-8AF014339A70}" type="pres">
      <dgm:prSet presAssocID="{5F103B27-5276-4CF6-8EC2-4EF49E210E60}" presName="composite" presStyleCnt="0"/>
      <dgm:spPr/>
    </dgm:pt>
    <dgm:pt modelId="{F246FD5F-0D66-4B3A-A7CC-55AC95233CA7}" type="pres">
      <dgm:prSet presAssocID="{5F103B27-5276-4CF6-8EC2-4EF49E210E60}" presName="background" presStyleLbl="node0" presStyleIdx="1" presStyleCnt="4"/>
      <dgm:spPr/>
    </dgm:pt>
    <dgm:pt modelId="{8FAE52C3-E957-4F52-8BD0-DDFE42AAC33A}" type="pres">
      <dgm:prSet presAssocID="{5F103B27-5276-4CF6-8EC2-4EF49E210E60}" presName="text" presStyleLbl="fgAcc0" presStyleIdx="1" presStyleCnt="4">
        <dgm:presLayoutVars>
          <dgm:chPref val="3"/>
        </dgm:presLayoutVars>
      </dgm:prSet>
      <dgm:spPr/>
    </dgm:pt>
    <dgm:pt modelId="{2F26FE8B-3DBF-427B-A314-E161AB9BA6CE}" type="pres">
      <dgm:prSet presAssocID="{5F103B27-5276-4CF6-8EC2-4EF49E210E60}" presName="hierChild2" presStyleCnt="0"/>
      <dgm:spPr/>
    </dgm:pt>
    <dgm:pt modelId="{46895784-9F3B-46DC-8145-0662289BA0E5}" type="pres">
      <dgm:prSet presAssocID="{04E6297E-77AE-40DC-9772-2DEDBE89D896}" presName="hierRoot1" presStyleCnt="0"/>
      <dgm:spPr/>
    </dgm:pt>
    <dgm:pt modelId="{B30C82E0-0588-43B1-8D6A-6EE0CF932324}" type="pres">
      <dgm:prSet presAssocID="{04E6297E-77AE-40DC-9772-2DEDBE89D896}" presName="composite" presStyleCnt="0"/>
      <dgm:spPr/>
    </dgm:pt>
    <dgm:pt modelId="{3C2BFEF1-2A7D-4444-B1DB-8B23556C1B05}" type="pres">
      <dgm:prSet presAssocID="{04E6297E-77AE-40DC-9772-2DEDBE89D896}" presName="background" presStyleLbl="node0" presStyleIdx="2" presStyleCnt="4"/>
      <dgm:spPr/>
    </dgm:pt>
    <dgm:pt modelId="{6DD967BC-7E3F-482C-8BE6-C36C2FDE42DB}" type="pres">
      <dgm:prSet presAssocID="{04E6297E-77AE-40DC-9772-2DEDBE89D896}" presName="text" presStyleLbl="fgAcc0" presStyleIdx="2" presStyleCnt="4">
        <dgm:presLayoutVars>
          <dgm:chPref val="3"/>
        </dgm:presLayoutVars>
      </dgm:prSet>
      <dgm:spPr/>
    </dgm:pt>
    <dgm:pt modelId="{E2FB3075-B429-4258-BBB7-EE0A4687A695}" type="pres">
      <dgm:prSet presAssocID="{04E6297E-77AE-40DC-9772-2DEDBE89D896}" presName="hierChild2" presStyleCnt="0"/>
      <dgm:spPr/>
    </dgm:pt>
    <dgm:pt modelId="{03BC81CB-F8F8-4A21-9106-C58FF7B02D61}" type="pres">
      <dgm:prSet presAssocID="{4CEEB731-77EA-4F7E-AD2E-91C97E84FDFB}" presName="hierRoot1" presStyleCnt="0"/>
      <dgm:spPr/>
    </dgm:pt>
    <dgm:pt modelId="{11950E25-1561-4D5B-A037-3AFBD643D39B}" type="pres">
      <dgm:prSet presAssocID="{4CEEB731-77EA-4F7E-AD2E-91C97E84FDFB}" presName="composite" presStyleCnt="0"/>
      <dgm:spPr/>
    </dgm:pt>
    <dgm:pt modelId="{3089D6A4-4703-4FFD-BBCF-3C97A5711482}" type="pres">
      <dgm:prSet presAssocID="{4CEEB731-77EA-4F7E-AD2E-91C97E84FDFB}" presName="background" presStyleLbl="node0" presStyleIdx="3" presStyleCnt="4"/>
      <dgm:spPr/>
    </dgm:pt>
    <dgm:pt modelId="{42877D13-C22F-49E4-BDF5-7BD1132B5B08}" type="pres">
      <dgm:prSet presAssocID="{4CEEB731-77EA-4F7E-AD2E-91C97E84FDFB}" presName="text" presStyleLbl="fgAcc0" presStyleIdx="3" presStyleCnt="4">
        <dgm:presLayoutVars>
          <dgm:chPref val="3"/>
        </dgm:presLayoutVars>
      </dgm:prSet>
      <dgm:spPr/>
    </dgm:pt>
    <dgm:pt modelId="{11FBF4EE-3A8B-4EE6-9CF3-85E6E774EE6D}" type="pres">
      <dgm:prSet presAssocID="{4CEEB731-77EA-4F7E-AD2E-91C97E84FDFB}" presName="hierChild2" presStyleCnt="0"/>
      <dgm:spPr/>
    </dgm:pt>
  </dgm:ptLst>
  <dgm:cxnLst>
    <dgm:cxn modelId="{115BED34-0B8A-409F-91CA-CEAF9B5A7C55}" srcId="{FEE7FA24-0BF0-4C12-9030-CBA0EF2E074A}" destId="{04E6297E-77AE-40DC-9772-2DEDBE89D896}" srcOrd="2" destOrd="0" parTransId="{826EB406-7719-4A10-A3A9-708D66EB154F}" sibTransId="{8CAEC2BD-A085-4D36-B5C5-0B7A85FC8DBD}"/>
    <dgm:cxn modelId="{00F43B37-C447-4E22-8652-5E6789EBBAAD}" type="presOf" srcId="{FEE7FA24-0BF0-4C12-9030-CBA0EF2E074A}" destId="{D2E0D3F3-499D-4686-9AFC-4DDBD0FA67A4}" srcOrd="0" destOrd="0" presId="urn:microsoft.com/office/officeart/2005/8/layout/hierarchy1"/>
    <dgm:cxn modelId="{E6F0215C-E8C9-4EF9-85E0-FFA24F138831}" srcId="{FEE7FA24-0BF0-4C12-9030-CBA0EF2E074A}" destId="{4CEEB731-77EA-4F7E-AD2E-91C97E84FDFB}" srcOrd="3" destOrd="0" parTransId="{BF6CD850-2601-469B-A3F9-70704ED9CC55}" sibTransId="{03C762B9-883E-4FB6-A5C3-9979B0793E26}"/>
    <dgm:cxn modelId="{9E093E45-C2E9-4514-8883-B7EBD1738DAB}" srcId="{FEE7FA24-0BF0-4C12-9030-CBA0EF2E074A}" destId="{5F103B27-5276-4CF6-8EC2-4EF49E210E60}" srcOrd="1" destOrd="0" parTransId="{7A0F278C-B8E6-4702-A612-ED74F83445C0}" sibTransId="{FA29C65D-8018-41FC-8883-6923CAEBAA5E}"/>
    <dgm:cxn modelId="{6DAAE16E-B827-4C43-97F5-1786013C525F}" srcId="{FEE7FA24-0BF0-4C12-9030-CBA0EF2E074A}" destId="{F3A8D301-883B-41AC-BB07-10EB3CED3D3B}" srcOrd="0" destOrd="0" parTransId="{971D4155-257C-4EF5-BB63-80522572DFB8}" sibTransId="{0B4F57FA-AFEE-41A8-BA48-875BDED2DF17}"/>
    <dgm:cxn modelId="{525FFC4F-204D-4184-A299-2B63310DEA34}" type="presOf" srcId="{5F103B27-5276-4CF6-8EC2-4EF49E210E60}" destId="{8FAE52C3-E957-4F52-8BD0-DDFE42AAC33A}" srcOrd="0" destOrd="0" presId="urn:microsoft.com/office/officeart/2005/8/layout/hierarchy1"/>
    <dgm:cxn modelId="{30C2C3A3-28F8-4EB1-8E91-3C824257F3F7}" type="presOf" srcId="{04E6297E-77AE-40DC-9772-2DEDBE89D896}" destId="{6DD967BC-7E3F-482C-8BE6-C36C2FDE42DB}" srcOrd="0" destOrd="0" presId="urn:microsoft.com/office/officeart/2005/8/layout/hierarchy1"/>
    <dgm:cxn modelId="{F96339E1-C8E5-4F2A-9C32-81C5EB7F0A83}" type="presOf" srcId="{F3A8D301-883B-41AC-BB07-10EB3CED3D3B}" destId="{84AD300C-8802-44D1-895A-211A3FDB9911}" srcOrd="0" destOrd="0" presId="urn:microsoft.com/office/officeart/2005/8/layout/hierarchy1"/>
    <dgm:cxn modelId="{3FE136E4-E468-40C1-B841-9F8E30FEDA5F}" type="presOf" srcId="{4CEEB731-77EA-4F7E-AD2E-91C97E84FDFB}" destId="{42877D13-C22F-49E4-BDF5-7BD1132B5B08}" srcOrd="0" destOrd="0" presId="urn:microsoft.com/office/officeart/2005/8/layout/hierarchy1"/>
    <dgm:cxn modelId="{C7644398-1A59-49EB-8C56-935474BCC08E}" type="presParOf" srcId="{D2E0D3F3-499D-4686-9AFC-4DDBD0FA67A4}" destId="{027D9CA0-BEC4-4D90-ABEC-38B1EE4C701D}" srcOrd="0" destOrd="0" presId="urn:microsoft.com/office/officeart/2005/8/layout/hierarchy1"/>
    <dgm:cxn modelId="{29B7F2CE-B356-4C02-85C1-94D08631E0B8}" type="presParOf" srcId="{027D9CA0-BEC4-4D90-ABEC-38B1EE4C701D}" destId="{BD65710D-9DA1-42E8-A332-E94EF21048AB}" srcOrd="0" destOrd="0" presId="urn:microsoft.com/office/officeart/2005/8/layout/hierarchy1"/>
    <dgm:cxn modelId="{6EE79F6E-6695-4F77-841A-E911E2C84580}" type="presParOf" srcId="{BD65710D-9DA1-42E8-A332-E94EF21048AB}" destId="{4288397A-EAB3-4FE4-BA9B-18E0F227E1A3}" srcOrd="0" destOrd="0" presId="urn:microsoft.com/office/officeart/2005/8/layout/hierarchy1"/>
    <dgm:cxn modelId="{C125D6E0-C0AB-4FBA-96CE-A863BB3C9520}" type="presParOf" srcId="{BD65710D-9DA1-42E8-A332-E94EF21048AB}" destId="{84AD300C-8802-44D1-895A-211A3FDB9911}" srcOrd="1" destOrd="0" presId="urn:microsoft.com/office/officeart/2005/8/layout/hierarchy1"/>
    <dgm:cxn modelId="{7CB1FF43-11F3-4AEE-B304-0990608C6C68}" type="presParOf" srcId="{027D9CA0-BEC4-4D90-ABEC-38B1EE4C701D}" destId="{89EADED3-0286-4B16-83B7-CFD3233F6E80}" srcOrd="1" destOrd="0" presId="urn:microsoft.com/office/officeart/2005/8/layout/hierarchy1"/>
    <dgm:cxn modelId="{314476B3-9DDF-42DB-AF7D-B85366BBA429}" type="presParOf" srcId="{D2E0D3F3-499D-4686-9AFC-4DDBD0FA67A4}" destId="{46B89323-A04F-43E2-BE72-9A4915A4F98C}" srcOrd="1" destOrd="0" presId="urn:microsoft.com/office/officeart/2005/8/layout/hierarchy1"/>
    <dgm:cxn modelId="{94CD8F98-B739-46E0-9854-2FAA219A331D}" type="presParOf" srcId="{46B89323-A04F-43E2-BE72-9A4915A4F98C}" destId="{6DC4F39E-09C5-4461-946D-8AF014339A70}" srcOrd="0" destOrd="0" presId="urn:microsoft.com/office/officeart/2005/8/layout/hierarchy1"/>
    <dgm:cxn modelId="{3BD3211F-3A18-4D06-9862-6D596E9C9DEC}" type="presParOf" srcId="{6DC4F39E-09C5-4461-946D-8AF014339A70}" destId="{F246FD5F-0D66-4B3A-A7CC-55AC95233CA7}" srcOrd="0" destOrd="0" presId="urn:microsoft.com/office/officeart/2005/8/layout/hierarchy1"/>
    <dgm:cxn modelId="{2B1FBC54-EEEE-4A77-83E8-29FE027B495F}" type="presParOf" srcId="{6DC4F39E-09C5-4461-946D-8AF014339A70}" destId="{8FAE52C3-E957-4F52-8BD0-DDFE42AAC33A}" srcOrd="1" destOrd="0" presId="urn:microsoft.com/office/officeart/2005/8/layout/hierarchy1"/>
    <dgm:cxn modelId="{6B53F209-93FE-4003-87FC-1E2CE6B0D66F}" type="presParOf" srcId="{46B89323-A04F-43E2-BE72-9A4915A4F98C}" destId="{2F26FE8B-3DBF-427B-A314-E161AB9BA6CE}" srcOrd="1" destOrd="0" presId="urn:microsoft.com/office/officeart/2005/8/layout/hierarchy1"/>
    <dgm:cxn modelId="{E4E0F172-A61D-43A1-8D5B-B83DE699185B}" type="presParOf" srcId="{D2E0D3F3-499D-4686-9AFC-4DDBD0FA67A4}" destId="{46895784-9F3B-46DC-8145-0662289BA0E5}" srcOrd="2" destOrd="0" presId="urn:microsoft.com/office/officeart/2005/8/layout/hierarchy1"/>
    <dgm:cxn modelId="{8272FFAA-0D25-4578-AEF8-921EF29045D6}" type="presParOf" srcId="{46895784-9F3B-46DC-8145-0662289BA0E5}" destId="{B30C82E0-0588-43B1-8D6A-6EE0CF932324}" srcOrd="0" destOrd="0" presId="urn:microsoft.com/office/officeart/2005/8/layout/hierarchy1"/>
    <dgm:cxn modelId="{B2F1F102-91EB-4170-A3CD-DFFC9801FC1F}" type="presParOf" srcId="{B30C82E0-0588-43B1-8D6A-6EE0CF932324}" destId="{3C2BFEF1-2A7D-4444-B1DB-8B23556C1B05}" srcOrd="0" destOrd="0" presId="urn:microsoft.com/office/officeart/2005/8/layout/hierarchy1"/>
    <dgm:cxn modelId="{9F91ECEE-8D4D-4BBD-A43A-D94CFC271A74}" type="presParOf" srcId="{B30C82E0-0588-43B1-8D6A-6EE0CF932324}" destId="{6DD967BC-7E3F-482C-8BE6-C36C2FDE42DB}" srcOrd="1" destOrd="0" presId="urn:microsoft.com/office/officeart/2005/8/layout/hierarchy1"/>
    <dgm:cxn modelId="{4FA19011-5C94-49BC-A716-45EA63855408}" type="presParOf" srcId="{46895784-9F3B-46DC-8145-0662289BA0E5}" destId="{E2FB3075-B429-4258-BBB7-EE0A4687A695}" srcOrd="1" destOrd="0" presId="urn:microsoft.com/office/officeart/2005/8/layout/hierarchy1"/>
    <dgm:cxn modelId="{6C2615F6-3859-4C76-B243-9BBD5F114B67}" type="presParOf" srcId="{D2E0D3F3-499D-4686-9AFC-4DDBD0FA67A4}" destId="{03BC81CB-F8F8-4A21-9106-C58FF7B02D61}" srcOrd="3" destOrd="0" presId="urn:microsoft.com/office/officeart/2005/8/layout/hierarchy1"/>
    <dgm:cxn modelId="{687E41F0-7190-43EF-9DF2-349E4DC2DC8D}" type="presParOf" srcId="{03BC81CB-F8F8-4A21-9106-C58FF7B02D61}" destId="{11950E25-1561-4D5B-A037-3AFBD643D39B}" srcOrd="0" destOrd="0" presId="urn:microsoft.com/office/officeart/2005/8/layout/hierarchy1"/>
    <dgm:cxn modelId="{0276369E-C03C-4802-8E2E-6A28560A9334}" type="presParOf" srcId="{11950E25-1561-4D5B-A037-3AFBD643D39B}" destId="{3089D6A4-4703-4FFD-BBCF-3C97A5711482}" srcOrd="0" destOrd="0" presId="urn:microsoft.com/office/officeart/2005/8/layout/hierarchy1"/>
    <dgm:cxn modelId="{3F175CF3-8C2E-4C55-B3F3-5ADA030D7A1D}" type="presParOf" srcId="{11950E25-1561-4D5B-A037-3AFBD643D39B}" destId="{42877D13-C22F-49E4-BDF5-7BD1132B5B08}" srcOrd="1" destOrd="0" presId="urn:microsoft.com/office/officeart/2005/8/layout/hierarchy1"/>
    <dgm:cxn modelId="{F8D6C12F-6AFA-4EF4-BCBC-93398EC2143B}" type="presParOf" srcId="{03BC81CB-F8F8-4A21-9106-C58FF7B02D61}" destId="{11FBF4EE-3A8B-4EE6-9CF3-85E6E774EE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4CBA925-597B-44DF-953F-507658DE1564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750A06-0CEF-42AC-A3E6-00A872E5AB87}">
      <dgm:prSet/>
      <dgm:spPr/>
      <dgm:t>
        <a:bodyPr/>
        <a:lstStyle/>
        <a:p>
          <a:r>
            <a:rPr lang="es-ES"/>
            <a:t>Se utiliza una estrategia simple para separar desarrollo y producción</a:t>
          </a:r>
          <a:endParaRPr lang="en-US"/>
        </a:p>
      </dgm:t>
    </dgm:pt>
    <dgm:pt modelId="{ABB8DEE7-F8B8-40A3-9E2A-AD2127B0C047}" type="parTrans" cxnId="{EC006483-930E-48F1-A81A-3BC1A3423251}">
      <dgm:prSet/>
      <dgm:spPr/>
      <dgm:t>
        <a:bodyPr/>
        <a:lstStyle/>
        <a:p>
          <a:endParaRPr lang="en-US"/>
        </a:p>
      </dgm:t>
    </dgm:pt>
    <dgm:pt modelId="{0663EFFA-139E-4EB0-BE82-D587FD5B3CE1}" type="sibTrans" cxnId="{EC006483-930E-48F1-A81A-3BC1A3423251}">
      <dgm:prSet/>
      <dgm:spPr/>
      <dgm:t>
        <a:bodyPr/>
        <a:lstStyle/>
        <a:p>
          <a:endParaRPr lang="en-US"/>
        </a:p>
      </dgm:t>
    </dgm:pt>
    <dgm:pt modelId="{2CE96E74-97BD-4D8B-86A7-9930238CB4DE}">
      <dgm:prSet/>
      <dgm:spPr/>
      <dgm:t>
        <a:bodyPr/>
        <a:lstStyle/>
        <a:p>
          <a:r>
            <a:rPr lang="es-ES"/>
            <a:t>La rama main contiene el código estable listo para producción</a:t>
          </a:r>
          <a:endParaRPr lang="en-US"/>
        </a:p>
      </dgm:t>
    </dgm:pt>
    <dgm:pt modelId="{01CCC5B4-66CC-4AA4-B1A0-04C41FB943CB}" type="parTrans" cxnId="{4D2DC664-F046-4CD5-96D4-368160F19DE0}">
      <dgm:prSet/>
      <dgm:spPr/>
      <dgm:t>
        <a:bodyPr/>
        <a:lstStyle/>
        <a:p>
          <a:endParaRPr lang="en-US"/>
        </a:p>
      </dgm:t>
    </dgm:pt>
    <dgm:pt modelId="{479562E9-9D50-4DA2-97CC-B720994169DC}" type="sibTrans" cxnId="{4D2DC664-F046-4CD5-96D4-368160F19DE0}">
      <dgm:prSet/>
      <dgm:spPr/>
      <dgm:t>
        <a:bodyPr/>
        <a:lstStyle/>
        <a:p>
          <a:endParaRPr lang="en-US"/>
        </a:p>
      </dgm:t>
    </dgm:pt>
    <dgm:pt modelId="{7D87BEA8-6250-48B2-B789-B80149B66A44}">
      <dgm:prSet/>
      <dgm:spPr/>
      <dgm:t>
        <a:bodyPr/>
        <a:lstStyle/>
        <a:p>
          <a:r>
            <a:rPr lang="es-ES"/>
            <a:t>Las ramas feature/ permiten desarrollar nuevas funcionalidades sin afectar el sistema principal</a:t>
          </a:r>
          <a:endParaRPr lang="en-US"/>
        </a:p>
      </dgm:t>
    </dgm:pt>
    <dgm:pt modelId="{E6979849-DD05-4A6E-99E8-AB065ADC0673}" type="parTrans" cxnId="{237A211B-DF9D-4AA7-AB1B-73DB56DF1DAE}">
      <dgm:prSet/>
      <dgm:spPr/>
      <dgm:t>
        <a:bodyPr/>
        <a:lstStyle/>
        <a:p>
          <a:endParaRPr lang="en-US"/>
        </a:p>
      </dgm:t>
    </dgm:pt>
    <dgm:pt modelId="{3832CFEF-E583-4948-8D6F-127AA580E2A5}" type="sibTrans" cxnId="{237A211B-DF9D-4AA7-AB1B-73DB56DF1DAE}">
      <dgm:prSet/>
      <dgm:spPr/>
      <dgm:t>
        <a:bodyPr/>
        <a:lstStyle/>
        <a:p>
          <a:endParaRPr lang="en-US"/>
        </a:p>
      </dgm:t>
    </dgm:pt>
    <dgm:pt modelId="{756FAD28-6A66-426A-A637-E15130770719}">
      <dgm:prSet/>
      <dgm:spPr/>
      <dgm:t>
        <a:bodyPr/>
        <a:lstStyle/>
        <a:p>
          <a:r>
            <a:rPr lang="es-ES"/>
            <a:t>Los Pull Requests permiten validar cambios antes de integrarlos</a:t>
          </a:r>
          <a:endParaRPr lang="en-US"/>
        </a:p>
      </dgm:t>
    </dgm:pt>
    <dgm:pt modelId="{C1176989-E014-4068-AFB0-F1CDCB8921CF}" type="parTrans" cxnId="{C915EAC3-305A-4E16-9D16-8305C7867C79}">
      <dgm:prSet/>
      <dgm:spPr/>
      <dgm:t>
        <a:bodyPr/>
        <a:lstStyle/>
        <a:p>
          <a:endParaRPr lang="en-US"/>
        </a:p>
      </dgm:t>
    </dgm:pt>
    <dgm:pt modelId="{C083138E-894A-4931-A66D-C0D458EE90B4}" type="sibTrans" cxnId="{C915EAC3-305A-4E16-9D16-8305C7867C79}">
      <dgm:prSet/>
      <dgm:spPr/>
      <dgm:t>
        <a:bodyPr/>
        <a:lstStyle/>
        <a:p>
          <a:endParaRPr lang="en-US"/>
        </a:p>
      </dgm:t>
    </dgm:pt>
    <dgm:pt modelId="{20554E54-C0B9-4905-AECD-30FB18324C39}" type="pres">
      <dgm:prSet presAssocID="{64CBA925-597B-44DF-953F-507658DE1564}" presName="vert0" presStyleCnt="0">
        <dgm:presLayoutVars>
          <dgm:dir/>
          <dgm:animOne val="branch"/>
          <dgm:animLvl val="lvl"/>
        </dgm:presLayoutVars>
      </dgm:prSet>
      <dgm:spPr/>
    </dgm:pt>
    <dgm:pt modelId="{7494456A-9F14-437F-9E6A-169C2D74EB2F}" type="pres">
      <dgm:prSet presAssocID="{A0750A06-0CEF-42AC-A3E6-00A872E5AB87}" presName="thickLine" presStyleLbl="alignNode1" presStyleIdx="0" presStyleCnt="4"/>
      <dgm:spPr/>
    </dgm:pt>
    <dgm:pt modelId="{0FA44057-98AC-4E14-BD22-4F2EEFB6B0B8}" type="pres">
      <dgm:prSet presAssocID="{A0750A06-0CEF-42AC-A3E6-00A872E5AB87}" presName="horz1" presStyleCnt="0"/>
      <dgm:spPr/>
    </dgm:pt>
    <dgm:pt modelId="{9608D885-C16A-414E-B36C-62EFB3F38B18}" type="pres">
      <dgm:prSet presAssocID="{A0750A06-0CEF-42AC-A3E6-00A872E5AB87}" presName="tx1" presStyleLbl="revTx" presStyleIdx="0" presStyleCnt="4"/>
      <dgm:spPr/>
    </dgm:pt>
    <dgm:pt modelId="{5BA078C2-3212-4596-ABAF-80623F5DE62D}" type="pres">
      <dgm:prSet presAssocID="{A0750A06-0CEF-42AC-A3E6-00A872E5AB87}" presName="vert1" presStyleCnt="0"/>
      <dgm:spPr/>
    </dgm:pt>
    <dgm:pt modelId="{3170F9BB-3CB2-4594-AB10-247888914472}" type="pres">
      <dgm:prSet presAssocID="{2CE96E74-97BD-4D8B-86A7-9930238CB4DE}" presName="thickLine" presStyleLbl="alignNode1" presStyleIdx="1" presStyleCnt="4"/>
      <dgm:spPr/>
    </dgm:pt>
    <dgm:pt modelId="{B17D6CFF-31C9-481F-968F-348DD05D7EED}" type="pres">
      <dgm:prSet presAssocID="{2CE96E74-97BD-4D8B-86A7-9930238CB4DE}" presName="horz1" presStyleCnt="0"/>
      <dgm:spPr/>
    </dgm:pt>
    <dgm:pt modelId="{C4C64801-7EC5-4D92-A596-623DDA525F89}" type="pres">
      <dgm:prSet presAssocID="{2CE96E74-97BD-4D8B-86A7-9930238CB4DE}" presName="tx1" presStyleLbl="revTx" presStyleIdx="1" presStyleCnt="4"/>
      <dgm:spPr/>
    </dgm:pt>
    <dgm:pt modelId="{FDA40DA8-EBF5-43DB-A648-902AB4204D54}" type="pres">
      <dgm:prSet presAssocID="{2CE96E74-97BD-4D8B-86A7-9930238CB4DE}" presName="vert1" presStyleCnt="0"/>
      <dgm:spPr/>
    </dgm:pt>
    <dgm:pt modelId="{6D398965-E45C-4746-AD19-1BE612205AC8}" type="pres">
      <dgm:prSet presAssocID="{7D87BEA8-6250-48B2-B789-B80149B66A44}" presName="thickLine" presStyleLbl="alignNode1" presStyleIdx="2" presStyleCnt="4"/>
      <dgm:spPr/>
    </dgm:pt>
    <dgm:pt modelId="{0B7386C8-417D-4366-8E23-4B4E77440649}" type="pres">
      <dgm:prSet presAssocID="{7D87BEA8-6250-48B2-B789-B80149B66A44}" presName="horz1" presStyleCnt="0"/>
      <dgm:spPr/>
    </dgm:pt>
    <dgm:pt modelId="{76564F12-C0D6-4882-A6A6-71B1C898E29C}" type="pres">
      <dgm:prSet presAssocID="{7D87BEA8-6250-48B2-B789-B80149B66A44}" presName="tx1" presStyleLbl="revTx" presStyleIdx="2" presStyleCnt="4"/>
      <dgm:spPr/>
    </dgm:pt>
    <dgm:pt modelId="{B64E3345-6D0D-4A2D-A0D5-6EDFDC11E333}" type="pres">
      <dgm:prSet presAssocID="{7D87BEA8-6250-48B2-B789-B80149B66A44}" presName="vert1" presStyleCnt="0"/>
      <dgm:spPr/>
    </dgm:pt>
    <dgm:pt modelId="{BF1E76AE-6E65-4006-A817-7FA11EA81CC2}" type="pres">
      <dgm:prSet presAssocID="{756FAD28-6A66-426A-A637-E15130770719}" presName="thickLine" presStyleLbl="alignNode1" presStyleIdx="3" presStyleCnt="4"/>
      <dgm:spPr/>
    </dgm:pt>
    <dgm:pt modelId="{662C655F-BE8E-4905-B943-C26081B3BCF0}" type="pres">
      <dgm:prSet presAssocID="{756FAD28-6A66-426A-A637-E15130770719}" presName="horz1" presStyleCnt="0"/>
      <dgm:spPr/>
    </dgm:pt>
    <dgm:pt modelId="{4ED2BFDF-A757-42ED-A328-BEA38C3F7667}" type="pres">
      <dgm:prSet presAssocID="{756FAD28-6A66-426A-A637-E15130770719}" presName="tx1" presStyleLbl="revTx" presStyleIdx="3" presStyleCnt="4"/>
      <dgm:spPr/>
    </dgm:pt>
    <dgm:pt modelId="{7B2C8AF5-49A1-4956-A608-063A8BFF3B3D}" type="pres">
      <dgm:prSet presAssocID="{756FAD28-6A66-426A-A637-E15130770719}" presName="vert1" presStyleCnt="0"/>
      <dgm:spPr/>
    </dgm:pt>
  </dgm:ptLst>
  <dgm:cxnLst>
    <dgm:cxn modelId="{290C9711-56B6-4996-A9D3-3BD101DAB9A8}" type="presOf" srcId="{756FAD28-6A66-426A-A637-E15130770719}" destId="{4ED2BFDF-A757-42ED-A328-BEA38C3F7667}" srcOrd="0" destOrd="0" presId="urn:microsoft.com/office/officeart/2008/layout/LinedList"/>
    <dgm:cxn modelId="{B1DA5D19-4415-4E83-924B-9AD61FCDDB63}" type="presOf" srcId="{7D87BEA8-6250-48B2-B789-B80149B66A44}" destId="{76564F12-C0D6-4882-A6A6-71B1C898E29C}" srcOrd="0" destOrd="0" presId="urn:microsoft.com/office/officeart/2008/layout/LinedList"/>
    <dgm:cxn modelId="{237A211B-DF9D-4AA7-AB1B-73DB56DF1DAE}" srcId="{64CBA925-597B-44DF-953F-507658DE1564}" destId="{7D87BEA8-6250-48B2-B789-B80149B66A44}" srcOrd="2" destOrd="0" parTransId="{E6979849-DD05-4A6E-99E8-AB065ADC0673}" sibTransId="{3832CFEF-E583-4948-8D6F-127AA580E2A5}"/>
    <dgm:cxn modelId="{4D2DC664-F046-4CD5-96D4-368160F19DE0}" srcId="{64CBA925-597B-44DF-953F-507658DE1564}" destId="{2CE96E74-97BD-4D8B-86A7-9930238CB4DE}" srcOrd="1" destOrd="0" parTransId="{01CCC5B4-66CC-4AA4-B1A0-04C41FB943CB}" sibTransId="{479562E9-9D50-4DA2-97CC-B720994169DC}"/>
    <dgm:cxn modelId="{EC006483-930E-48F1-A81A-3BC1A3423251}" srcId="{64CBA925-597B-44DF-953F-507658DE1564}" destId="{A0750A06-0CEF-42AC-A3E6-00A872E5AB87}" srcOrd="0" destOrd="0" parTransId="{ABB8DEE7-F8B8-40A3-9E2A-AD2127B0C047}" sibTransId="{0663EFFA-139E-4EB0-BE82-D587FD5B3CE1}"/>
    <dgm:cxn modelId="{82DF569B-A028-46D5-B306-2391B0B6B7D2}" type="presOf" srcId="{64CBA925-597B-44DF-953F-507658DE1564}" destId="{20554E54-C0B9-4905-AECD-30FB18324C39}" srcOrd="0" destOrd="0" presId="urn:microsoft.com/office/officeart/2008/layout/LinedList"/>
    <dgm:cxn modelId="{C915EAC3-305A-4E16-9D16-8305C7867C79}" srcId="{64CBA925-597B-44DF-953F-507658DE1564}" destId="{756FAD28-6A66-426A-A637-E15130770719}" srcOrd="3" destOrd="0" parTransId="{C1176989-E014-4068-AFB0-F1CDCB8921CF}" sibTransId="{C083138E-894A-4931-A66D-C0D458EE90B4}"/>
    <dgm:cxn modelId="{8ADCD8DF-E446-47CA-994B-7E2585915099}" type="presOf" srcId="{2CE96E74-97BD-4D8B-86A7-9930238CB4DE}" destId="{C4C64801-7EC5-4D92-A596-623DDA525F89}" srcOrd="0" destOrd="0" presId="urn:microsoft.com/office/officeart/2008/layout/LinedList"/>
    <dgm:cxn modelId="{57004EE4-6B96-40F3-AD60-DFEC485C0EF1}" type="presOf" srcId="{A0750A06-0CEF-42AC-A3E6-00A872E5AB87}" destId="{9608D885-C16A-414E-B36C-62EFB3F38B18}" srcOrd="0" destOrd="0" presId="urn:microsoft.com/office/officeart/2008/layout/LinedList"/>
    <dgm:cxn modelId="{ADE27D72-5CB7-4842-B3DD-C302750B78D2}" type="presParOf" srcId="{20554E54-C0B9-4905-AECD-30FB18324C39}" destId="{7494456A-9F14-437F-9E6A-169C2D74EB2F}" srcOrd="0" destOrd="0" presId="urn:microsoft.com/office/officeart/2008/layout/LinedList"/>
    <dgm:cxn modelId="{2822F235-89B9-4093-8215-4D424D80AEA6}" type="presParOf" srcId="{20554E54-C0B9-4905-AECD-30FB18324C39}" destId="{0FA44057-98AC-4E14-BD22-4F2EEFB6B0B8}" srcOrd="1" destOrd="0" presId="urn:microsoft.com/office/officeart/2008/layout/LinedList"/>
    <dgm:cxn modelId="{90C2DCF1-A27D-440B-90A6-746B75F672A7}" type="presParOf" srcId="{0FA44057-98AC-4E14-BD22-4F2EEFB6B0B8}" destId="{9608D885-C16A-414E-B36C-62EFB3F38B18}" srcOrd="0" destOrd="0" presId="urn:microsoft.com/office/officeart/2008/layout/LinedList"/>
    <dgm:cxn modelId="{91663E42-5105-40CD-A6DF-CBB635A79633}" type="presParOf" srcId="{0FA44057-98AC-4E14-BD22-4F2EEFB6B0B8}" destId="{5BA078C2-3212-4596-ABAF-80623F5DE62D}" srcOrd="1" destOrd="0" presId="urn:microsoft.com/office/officeart/2008/layout/LinedList"/>
    <dgm:cxn modelId="{F41A6A58-F4D5-4CFE-A308-F298FF04B724}" type="presParOf" srcId="{20554E54-C0B9-4905-AECD-30FB18324C39}" destId="{3170F9BB-3CB2-4594-AB10-247888914472}" srcOrd="2" destOrd="0" presId="urn:microsoft.com/office/officeart/2008/layout/LinedList"/>
    <dgm:cxn modelId="{02220952-37BB-4F86-96BC-21B5E67650F6}" type="presParOf" srcId="{20554E54-C0B9-4905-AECD-30FB18324C39}" destId="{B17D6CFF-31C9-481F-968F-348DD05D7EED}" srcOrd="3" destOrd="0" presId="urn:microsoft.com/office/officeart/2008/layout/LinedList"/>
    <dgm:cxn modelId="{E73F7578-37E5-4597-9FFB-271F0404C758}" type="presParOf" srcId="{B17D6CFF-31C9-481F-968F-348DD05D7EED}" destId="{C4C64801-7EC5-4D92-A596-623DDA525F89}" srcOrd="0" destOrd="0" presId="urn:microsoft.com/office/officeart/2008/layout/LinedList"/>
    <dgm:cxn modelId="{70A3AA8E-2A48-4746-9E61-37EE48E63D1F}" type="presParOf" srcId="{B17D6CFF-31C9-481F-968F-348DD05D7EED}" destId="{FDA40DA8-EBF5-43DB-A648-902AB4204D54}" srcOrd="1" destOrd="0" presId="urn:microsoft.com/office/officeart/2008/layout/LinedList"/>
    <dgm:cxn modelId="{DD8C073A-12A6-464E-B7D3-61B34C7BC14B}" type="presParOf" srcId="{20554E54-C0B9-4905-AECD-30FB18324C39}" destId="{6D398965-E45C-4746-AD19-1BE612205AC8}" srcOrd="4" destOrd="0" presId="urn:microsoft.com/office/officeart/2008/layout/LinedList"/>
    <dgm:cxn modelId="{AC9BB858-BA08-4C6C-8A71-4CC5178D8F58}" type="presParOf" srcId="{20554E54-C0B9-4905-AECD-30FB18324C39}" destId="{0B7386C8-417D-4366-8E23-4B4E77440649}" srcOrd="5" destOrd="0" presId="urn:microsoft.com/office/officeart/2008/layout/LinedList"/>
    <dgm:cxn modelId="{6B010892-A74B-4ADB-8557-12AC94F65AEB}" type="presParOf" srcId="{0B7386C8-417D-4366-8E23-4B4E77440649}" destId="{76564F12-C0D6-4882-A6A6-71B1C898E29C}" srcOrd="0" destOrd="0" presId="urn:microsoft.com/office/officeart/2008/layout/LinedList"/>
    <dgm:cxn modelId="{07D77D6E-F8E5-4530-B341-67E1FCC28625}" type="presParOf" srcId="{0B7386C8-417D-4366-8E23-4B4E77440649}" destId="{B64E3345-6D0D-4A2D-A0D5-6EDFDC11E333}" srcOrd="1" destOrd="0" presId="urn:microsoft.com/office/officeart/2008/layout/LinedList"/>
    <dgm:cxn modelId="{7BDBDDEC-6E96-404E-A83E-1FFF48C3C0FB}" type="presParOf" srcId="{20554E54-C0B9-4905-AECD-30FB18324C39}" destId="{BF1E76AE-6E65-4006-A817-7FA11EA81CC2}" srcOrd="6" destOrd="0" presId="urn:microsoft.com/office/officeart/2008/layout/LinedList"/>
    <dgm:cxn modelId="{08523282-2A41-45C1-9C26-12DE27157599}" type="presParOf" srcId="{20554E54-C0B9-4905-AECD-30FB18324C39}" destId="{662C655F-BE8E-4905-B943-C26081B3BCF0}" srcOrd="7" destOrd="0" presId="urn:microsoft.com/office/officeart/2008/layout/LinedList"/>
    <dgm:cxn modelId="{6403272E-DCDF-4361-8E96-EC26B08FAFF1}" type="presParOf" srcId="{662C655F-BE8E-4905-B943-C26081B3BCF0}" destId="{4ED2BFDF-A757-42ED-A328-BEA38C3F7667}" srcOrd="0" destOrd="0" presId="urn:microsoft.com/office/officeart/2008/layout/LinedList"/>
    <dgm:cxn modelId="{7DBC3EE4-15AD-4932-AA14-9EAAC74F44CB}" type="presParOf" srcId="{662C655F-BE8E-4905-B943-C26081B3BCF0}" destId="{7B2C8AF5-49A1-4956-A608-063A8BFF3B3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535DA8B-F2F8-439E-A23E-87AE5CF2432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F3C6F2-6704-4456-9FF2-A9EF7E3F1660}">
      <dgm:prSet/>
      <dgm:spPr/>
      <dgm:t>
        <a:bodyPr/>
        <a:lstStyle/>
        <a:p>
          <a:r>
            <a:rPr lang="en-US"/>
            <a:t>Archivo:</a:t>
          </a:r>
        </a:p>
      </dgm:t>
    </dgm:pt>
    <dgm:pt modelId="{48B949B1-BE44-4507-B967-5FA9F6E496CB}" type="parTrans" cxnId="{F6DFFEF6-EEC5-4211-88BB-C579F35A4C8B}">
      <dgm:prSet/>
      <dgm:spPr/>
      <dgm:t>
        <a:bodyPr/>
        <a:lstStyle/>
        <a:p>
          <a:endParaRPr lang="en-US"/>
        </a:p>
      </dgm:t>
    </dgm:pt>
    <dgm:pt modelId="{4523792A-00EB-4384-A728-FD698F9789ED}" type="sibTrans" cxnId="{F6DFFEF6-EEC5-4211-88BB-C579F35A4C8B}">
      <dgm:prSet/>
      <dgm:spPr/>
      <dgm:t>
        <a:bodyPr/>
        <a:lstStyle/>
        <a:p>
          <a:endParaRPr lang="en-US"/>
        </a:p>
      </dgm:t>
    </dgm:pt>
    <dgm:pt modelId="{E11A7908-CA64-4AB6-AB66-0733CCEF06D8}">
      <dgm:prSet/>
      <dgm:spPr/>
      <dgm:t>
        <a:bodyPr/>
        <a:lstStyle/>
        <a:p>
          <a:r>
            <a:rPr lang="en-US"/>
            <a:t>.github/workflows/deploy.yml</a:t>
          </a:r>
        </a:p>
      </dgm:t>
    </dgm:pt>
    <dgm:pt modelId="{EE295246-0496-4C95-8333-EE8AD4F270F6}" type="parTrans" cxnId="{264DF056-9915-4ADA-9093-C4238E2A4CC2}">
      <dgm:prSet/>
      <dgm:spPr/>
      <dgm:t>
        <a:bodyPr/>
        <a:lstStyle/>
        <a:p>
          <a:endParaRPr lang="en-US"/>
        </a:p>
      </dgm:t>
    </dgm:pt>
    <dgm:pt modelId="{932F5FD7-87D3-4E0B-B656-97AF3AC3691B}" type="sibTrans" cxnId="{264DF056-9915-4ADA-9093-C4238E2A4CC2}">
      <dgm:prSet/>
      <dgm:spPr/>
      <dgm:t>
        <a:bodyPr/>
        <a:lstStyle/>
        <a:p>
          <a:endParaRPr lang="en-US"/>
        </a:p>
      </dgm:t>
    </dgm:pt>
    <dgm:pt modelId="{D67915EF-3E5B-4DBB-B99F-BFDD915775AF}">
      <dgm:prSet/>
      <dgm:spPr/>
      <dgm:t>
        <a:bodyPr/>
        <a:lstStyle/>
        <a:p>
          <a:r>
            <a:rPr lang="en-US"/>
            <a:t>Proceso:</a:t>
          </a:r>
        </a:p>
      </dgm:t>
    </dgm:pt>
    <dgm:pt modelId="{9E82CE89-E9F1-4EB7-A5E2-C2EDF37D6D85}" type="parTrans" cxnId="{E3A324B5-4BB8-41E5-BD33-F4073727BA68}">
      <dgm:prSet/>
      <dgm:spPr/>
      <dgm:t>
        <a:bodyPr/>
        <a:lstStyle/>
        <a:p>
          <a:endParaRPr lang="en-US"/>
        </a:p>
      </dgm:t>
    </dgm:pt>
    <dgm:pt modelId="{851834AC-066A-4DAF-9C7C-01DC80FD85D2}" type="sibTrans" cxnId="{E3A324B5-4BB8-41E5-BD33-F4073727BA68}">
      <dgm:prSet/>
      <dgm:spPr/>
      <dgm:t>
        <a:bodyPr/>
        <a:lstStyle/>
        <a:p>
          <a:endParaRPr lang="en-US"/>
        </a:p>
      </dgm:t>
    </dgm:pt>
    <dgm:pt modelId="{CEECF575-9122-43A1-A443-592834C36712}">
      <dgm:prSet/>
      <dgm:spPr/>
      <dgm:t>
        <a:bodyPr/>
        <a:lstStyle/>
        <a:p>
          <a:r>
            <a:rPr lang="en-US"/>
            <a:t>Se ejecuta en push a main </a:t>
          </a:r>
        </a:p>
      </dgm:t>
    </dgm:pt>
    <dgm:pt modelId="{C0DF7617-27BD-476B-B134-7199FE79C58E}" type="parTrans" cxnId="{8316C2E4-E8D8-451B-9194-FA3BCA6B35C9}">
      <dgm:prSet/>
      <dgm:spPr/>
      <dgm:t>
        <a:bodyPr/>
        <a:lstStyle/>
        <a:p>
          <a:endParaRPr lang="en-US"/>
        </a:p>
      </dgm:t>
    </dgm:pt>
    <dgm:pt modelId="{CB0578CD-4622-4004-886C-7708534F7178}" type="sibTrans" cxnId="{8316C2E4-E8D8-451B-9194-FA3BCA6B35C9}">
      <dgm:prSet/>
      <dgm:spPr/>
      <dgm:t>
        <a:bodyPr/>
        <a:lstStyle/>
        <a:p>
          <a:endParaRPr lang="en-US"/>
        </a:p>
      </dgm:t>
    </dgm:pt>
    <dgm:pt modelId="{7E5D865E-DCB3-4023-945B-5CC0FA37E0F2}">
      <dgm:prSet/>
      <dgm:spPr/>
      <dgm:t>
        <a:bodyPr/>
        <a:lstStyle/>
        <a:p>
          <a:r>
            <a:rPr lang="en-US"/>
            <a:t>Despliega automáticamente</a:t>
          </a:r>
        </a:p>
      </dgm:t>
    </dgm:pt>
    <dgm:pt modelId="{1714FDDF-11DD-4831-9E5E-0FED23FB3FE4}" type="parTrans" cxnId="{C2538F41-EBAB-4140-9707-00A25731D427}">
      <dgm:prSet/>
      <dgm:spPr/>
      <dgm:t>
        <a:bodyPr/>
        <a:lstStyle/>
        <a:p>
          <a:endParaRPr lang="en-US"/>
        </a:p>
      </dgm:t>
    </dgm:pt>
    <dgm:pt modelId="{560A92CD-DC55-452C-B435-37DE10B518B8}" type="sibTrans" cxnId="{C2538F41-EBAB-4140-9707-00A25731D427}">
      <dgm:prSet/>
      <dgm:spPr/>
      <dgm:t>
        <a:bodyPr/>
        <a:lstStyle/>
        <a:p>
          <a:endParaRPr lang="en-US"/>
        </a:p>
      </dgm:t>
    </dgm:pt>
    <dgm:pt modelId="{928F4F61-3B4D-4925-AD88-F6950DB12663}" type="pres">
      <dgm:prSet presAssocID="{1535DA8B-F2F8-439E-A23E-87AE5CF24320}" presName="linear" presStyleCnt="0">
        <dgm:presLayoutVars>
          <dgm:dir/>
          <dgm:animLvl val="lvl"/>
          <dgm:resizeHandles val="exact"/>
        </dgm:presLayoutVars>
      </dgm:prSet>
      <dgm:spPr/>
    </dgm:pt>
    <dgm:pt modelId="{18EB44D1-8264-4D50-820E-98C728E9B9E6}" type="pres">
      <dgm:prSet presAssocID="{84F3C6F2-6704-4456-9FF2-A9EF7E3F1660}" presName="parentLin" presStyleCnt="0"/>
      <dgm:spPr/>
    </dgm:pt>
    <dgm:pt modelId="{6E917DA5-0042-4142-8A4B-D71EA9E5B17A}" type="pres">
      <dgm:prSet presAssocID="{84F3C6F2-6704-4456-9FF2-A9EF7E3F1660}" presName="parentLeftMargin" presStyleLbl="node1" presStyleIdx="0" presStyleCnt="5"/>
      <dgm:spPr/>
    </dgm:pt>
    <dgm:pt modelId="{B36C503B-26C3-4F3C-A747-15B79A8645D6}" type="pres">
      <dgm:prSet presAssocID="{84F3C6F2-6704-4456-9FF2-A9EF7E3F166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4E45094-01A7-4972-8F35-764F57E2CCBD}" type="pres">
      <dgm:prSet presAssocID="{84F3C6F2-6704-4456-9FF2-A9EF7E3F1660}" presName="negativeSpace" presStyleCnt="0"/>
      <dgm:spPr/>
    </dgm:pt>
    <dgm:pt modelId="{CEDD9741-AFEF-4DC7-9319-FF8F1B6B15D5}" type="pres">
      <dgm:prSet presAssocID="{84F3C6F2-6704-4456-9FF2-A9EF7E3F1660}" presName="childText" presStyleLbl="conFgAcc1" presStyleIdx="0" presStyleCnt="5">
        <dgm:presLayoutVars>
          <dgm:bulletEnabled val="1"/>
        </dgm:presLayoutVars>
      </dgm:prSet>
      <dgm:spPr/>
    </dgm:pt>
    <dgm:pt modelId="{B137D5D9-D614-4739-87D0-5ACA4F1F93FE}" type="pres">
      <dgm:prSet presAssocID="{4523792A-00EB-4384-A728-FD698F9789ED}" presName="spaceBetweenRectangles" presStyleCnt="0"/>
      <dgm:spPr/>
    </dgm:pt>
    <dgm:pt modelId="{1FE201F7-96DC-4F85-A6AE-70763596E2FA}" type="pres">
      <dgm:prSet presAssocID="{E11A7908-CA64-4AB6-AB66-0733CCEF06D8}" presName="parentLin" presStyleCnt="0"/>
      <dgm:spPr/>
    </dgm:pt>
    <dgm:pt modelId="{E7B35816-816B-426D-B876-73C318440556}" type="pres">
      <dgm:prSet presAssocID="{E11A7908-CA64-4AB6-AB66-0733CCEF06D8}" presName="parentLeftMargin" presStyleLbl="node1" presStyleIdx="0" presStyleCnt="5"/>
      <dgm:spPr/>
    </dgm:pt>
    <dgm:pt modelId="{2357CC64-03A7-41B1-B580-026DA5C6DF02}" type="pres">
      <dgm:prSet presAssocID="{E11A7908-CA64-4AB6-AB66-0733CCEF06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C82980B-E2A5-45BF-B913-DE4A47BF0C0F}" type="pres">
      <dgm:prSet presAssocID="{E11A7908-CA64-4AB6-AB66-0733CCEF06D8}" presName="negativeSpace" presStyleCnt="0"/>
      <dgm:spPr/>
    </dgm:pt>
    <dgm:pt modelId="{D3FBE511-6FFF-4D91-A379-9438DE7FD515}" type="pres">
      <dgm:prSet presAssocID="{E11A7908-CA64-4AB6-AB66-0733CCEF06D8}" presName="childText" presStyleLbl="conFgAcc1" presStyleIdx="1" presStyleCnt="5">
        <dgm:presLayoutVars>
          <dgm:bulletEnabled val="1"/>
        </dgm:presLayoutVars>
      </dgm:prSet>
      <dgm:spPr/>
    </dgm:pt>
    <dgm:pt modelId="{2A351209-DF81-4C51-B26B-69FB5CD2BF8E}" type="pres">
      <dgm:prSet presAssocID="{932F5FD7-87D3-4E0B-B656-97AF3AC3691B}" presName="spaceBetweenRectangles" presStyleCnt="0"/>
      <dgm:spPr/>
    </dgm:pt>
    <dgm:pt modelId="{1B86C056-5D90-4A88-84A2-2B71890DED35}" type="pres">
      <dgm:prSet presAssocID="{D67915EF-3E5B-4DBB-B99F-BFDD915775AF}" presName="parentLin" presStyleCnt="0"/>
      <dgm:spPr/>
    </dgm:pt>
    <dgm:pt modelId="{E87CB16E-80F8-4F07-A1EB-3EA6C20067EC}" type="pres">
      <dgm:prSet presAssocID="{D67915EF-3E5B-4DBB-B99F-BFDD915775AF}" presName="parentLeftMargin" presStyleLbl="node1" presStyleIdx="1" presStyleCnt="5"/>
      <dgm:spPr/>
    </dgm:pt>
    <dgm:pt modelId="{7766DBDA-E7D7-45CA-BD1A-6401A6E70777}" type="pres">
      <dgm:prSet presAssocID="{D67915EF-3E5B-4DBB-B99F-BFDD915775A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D756AD8-2081-44D6-AFA8-EC615D341788}" type="pres">
      <dgm:prSet presAssocID="{D67915EF-3E5B-4DBB-B99F-BFDD915775AF}" presName="negativeSpace" presStyleCnt="0"/>
      <dgm:spPr/>
    </dgm:pt>
    <dgm:pt modelId="{82FEE923-6437-4DDF-AD9C-6A5B8B74BC92}" type="pres">
      <dgm:prSet presAssocID="{D67915EF-3E5B-4DBB-B99F-BFDD915775AF}" presName="childText" presStyleLbl="conFgAcc1" presStyleIdx="2" presStyleCnt="5">
        <dgm:presLayoutVars>
          <dgm:bulletEnabled val="1"/>
        </dgm:presLayoutVars>
      </dgm:prSet>
      <dgm:spPr/>
    </dgm:pt>
    <dgm:pt modelId="{652F3F63-D2C3-440B-8FF8-392711AE0626}" type="pres">
      <dgm:prSet presAssocID="{851834AC-066A-4DAF-9C7C-01DC80FD85D2}" presName="spaceBetweenRectangles" presStyleCnt="0"/>
      <dgm:spPr/>
    </dgm:pt>
    <dgm:pt modelId="{F939C9F8-840C-4AA0-8F9D-526C5B907435}" type="pres">
      <dgm:prSet presAssocID="{CEECF575-9122-43A1-A443-592834C36712}" presName="parentLin" presStyleCnt="0"/>
      <dgm:spPr/>
    </dgm:pt>
    <dgm:pt modelId="{BEA54246-DC01-42E0-9BF7-C215C5686680}" type="pres">
      <dgm:prSet presAssocID="{CEECF575-9122-43A1-A443-592834C36712}" presName="parentLeftMargin" presStyleLbl="node1" presStyleIdx="2" presStyleCnt="5"/>
      <dgm:spPr/>
    </dgm:pt>
    <dgm:pt modelId="{C3276B27-EA26-4166-8831-D7A4DA8CCA94}" type="pres">
      <dgm:prSet presAssocID="{CEECF575-9122-43A1-A443-592834C3671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F2F046C-B15B-4494-9299-A24675C59032}" type="pres">
      <dgm:prSet presAssocID="{CEECF575-9122-43A1-A443-592834C36712}" presName="negativeSpace" presStyleCnt="0"/>
      <dgm:spPr/>
    </dgm:pt>
    <dgm:pt modelId="{7E8DCB2B-4107-4CA1-8C17-AB6299FCAC90}" type="pres">
      <dgm:prSet presAssocID="{CEECF575-9122-43A1-A443-592834C36712}" presName="childText" presStyleLbl="conFgAcc1" presStyleIdx="3" presStyleCnt="5">
        <dgm:presLayoutVars>
          <dgm:bulletEnabled val="1"/>
        </dgm:presLayoutVars>
      </dgm:prSet>
      <dgm:spPr/>
    </dgm:pt>
    <dgm:pt modelId="{E9EC1544-D1A5-4A9D-A623-C6EA98F70ED1}" type="pres">
      <dgm:prSet presAssocID="{CB0578CD-4622-4004-886C-7708534F7178}" presName="spaceBetweenRectangles" presStyleCnt="0"/>
      <dgm:spPr/>
    </dgm:pt>
    <dgm:pt modelId="{940A9782-946E-4087-859B-BAE87120641B}" type="pres">
      <dgm:prSet presAssocID="{7E5D865E-DCB3-4023-945B-5CC0FA37E0F2}" presName="parentLin" presStyleCnt="0"/>
      <dgm:spPr/>
    </dgm:pt>
    <dgm:pt modelId="{05D41B55-5DF9-4840-BF94-818F040859B7}" type="pres">
      <dgm:prSet presAssocID="{7E5D865E-DCB3-4023-945B-5CC0FA37E0F2}" presName="parentLeftMargin" presStyleLbl="node1" presStyleIdx="3" presStyleCnt="5"/>
      <dgm:spPr/>
    </dgm:pt>
    <dgm:pt modelId="{BEDCFF3C-1AAA-4A4D-9790-13BF6BBD7759}" type="pres">
      <dgm:prSet presAssocID="{7E5D865E-DCB3-4023-945B-5CC0FA37E0F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1E7F280-8032-4037-AD13-7B5D3B8B3801}" type="pres">
      <dgm:prSet presAssocID="{7E5D865E-DCB3-4023-945B-5CC0FA37E0F2}" presName="negativeSpace" presStyleCnt="0"/>
      <dgm:spPr/>
    </dgm:pt>
    <dgm:pt modelId="{52B0D5AC-A79D-4A00-BEBC-CB77E58F13ED}" type="pres">
      <dgm:prSet presAssocID="{7E5D865E-DCB3-4023-945B-5CC0FA37E0F2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828B512-1AEB-4496-B7BF-9AE6A8E43696}" type="presOf" srcId="{D67915EF-3E5B-4DBB-B99F-BFDD915775AF}" destId="{E87CB16E-80F8-4F07-A1EB-3EA6C20067EC}" srcOrd="0" destOrd="0" presId="urn:microsoft.com/office/officeart/2005/8/layout/list1"/>
    <dgm:cxn modelId="{125BF15D-045C-469A-9D4A-653BE2CA19FD}" type="presOf" srcId="{E11A7908-CA64-4AB6-AB66-0733CCEF06D8}" destId="{E7B35816-816B-426D-B876-73C318440556}" srcOrd="0" destOrd="0" presId="urn:microsoft.com/office/officeart/2005/8/layout/list1"/>
    <dgm:cxn modelId="{C2538F41-EBAB-4140-9707-00A25731D427}" srcId="{1535DA8B-F2F8-439E-A23E-87AE5CF24320}" destId="{7E5D865E-DCB3-4023-945B-5CC0FA37E0F2}" srcOrd="4" destOrd="0" parTransId="{1714FDDF-11DD-4831-9E5E-0FED23FB3FE4}" sibTransId="{560A92CD-DC55-452C-B435-37DE10B518B8}"/>
    <dgm:cxn modelId="{34E85372-FDD3-47D9-B82E-EBAE2FA3A725}" type="presOf" srcId="{84F3C6F2-6704-4456-9FF2-A9EF7E3F1660}" destId="{B36C503B-26C3-4F3C-A747-15B79A8645D6}" srcOrd="1" destOrd="0" presId="urn:microsoft.com/office/officeart/2005/8/layout/list1"/>
    <dgm:cxn modelId="{264DF056-9915-4ADA-9093-C4238E2A4CC2}" srcId="{1535DA8B-F2F8-439E-A23E-87AE5CF24320}" destId="{E11A7908-CA64-4AB6-AB66-0733CCEF06D8}" srcOrd="1" destOrd="0" parTransId="{EE295246-0496-4C95-8333-EE8AD4F270F6}" sibTransId="{932F5FD7-87D3-4E0B-B656-97AF3AC3691B}"/>
    <dgm:cxn modelId="{7F04FF77-4BB4-4D51-87A9-98308ACE95C6}" type="presOf" srcId="{CEECF575-9122-43A1-A443-592834C36712}" destId="{BEA54246-DC01-42E0-9BF7-C215C5686680}" srcOrd="0" destOrd="0" presId="urn:microsoft.com/office/officeart/2005/8/layout/list1"/>
    <dgm:cxn modelId="{43CED37E-FED3-4D8D-A321-6E2235BD5B44}" type="presOf" srcId="{7E5D865E-DCB3-4023-945B-5CC0FA37E0F2}" destId="{BEDCFF3C-1AAA-4A4D-9790-13BF6BBD7759}" srcOrd="1" destOrd="0" presId="urn:microsoft.com/office/officeart/2005/8/layout/list1"/>
    <dgm:cxn modelId="{5F5B8DB0-7A0E-4961-8FAC-DD97A0F69726}" type="presOf" srcId="{1535DA8B-F2F8-439E-A23E-87AE5CF24320}" destId="{928F4F61-3B4D-4925-AD88-F6950DB12663}" srcOrd="0" destOrd="0" presId="urn:microsoft.com/office/officeart/2005/8/layout/list1"/>
    <dgm:cxn modelId="{E3A324B5-4BB8-41E5-BD33-F4073727BA68}" srcId="{1535DA8B-F2F8-439E-A23E-87AE5CF24320}" destId="{D67915EF-3E5B-4DBB-B99F-BFDD915775AF}" srcOrd="2" destOrd="0" parTransId="{9E82CE89-E9F1-4EB7-A5E2-C2EDF37D6D85}" sibTransId="{851834AC-066A-4DAF-9C7C-01DC80FD85D2}"/>
    <dgm:cxn modelId="{3B73BEBB-F7E8-4BA6-8585-090494C018AB}" type="presOf" srcId="{7E5D865E-DCB3-4023-945B-5CC0FA37E0F2}" destId="{05D41B55-5DF9-4840-BF94-818F040859B7}" srcOrd="0" destOrd="0" presId="urn:microsoft.com/office/officeart/2005/8/layout/list1"/>
    <dgm:cxn modelId="{6C4C74C2-B773-41F3-8F5F-9B3DE1B27C81}" type="presOf" srcId="{D67915EF-3E5B-4DBB-B99F-BFDD915775AF}" destId="{7766DBDA-E7D7-45CA-BD1A-6401A6E70777}" srcOrd="1" destOrd="0" presId="urn:microsoft.com/office/officeart/2005/8/layout/list1"/>
    <dgm:cxn modelId="{A6568DC7-538B-4932-8479-A817B79B22ED}" type="presOf" srcId="{CEECF575-9122-43A1-A443-592834C36712}" destId="{C3276B27-EA26-4166-8831-D7A4DA8CCA94}" srcOrd="1" destOrd="0" presId="urn:microsoft.com/office/officeart/2005/8/layout/list1"/>
    <dgm:cxn modelId="{90444FDF-BE59-44AF-BEF8-CAE7228D5247}" type="presOf" srcId="{84F3C6F2-6704-4456-9FF2-A9EF7E3F1660}" destId="{6E917DA5-0042-4142-8A4B-D71EA9E5B17A}" srcOrd="0" destOrd="0" presId="urn:microsoft.com/office/officeart/2005/8/layout/list1"/>
    <dgm:cxn modelId="{8316C2E4-E8D8-451B-9194-FA3BCA6B35C9}" srcId="{1535DA8B-F2F8-439E-A23E-87AE5CF24320}" destId="{CEECF575-9122-43A1-A443-592834C36712}" srcOrd="3" destOrd="0" parTransId="{C0DF7617-27BD-476B-B134-7199FE79C58E}" sibTransId="{CB0578CD-4622-4004-886C-7708534F7178}"/>
    <dgm:cxn modelId="{F6DFFEF6-EEC5-4211-88BB-C579F35A4C8B}" srcId="{1535DA8B-F2F8-439E-A23E-87AE5CF24320}" destId="{84F3C6F2-6704-4456-9FF2-A9EF7E3F1660}" srcOrd="0" destOrd="0" parTransId="{48B949B1-BE44-4507-B967-5FA9F6E496CB}" sibTransId="{4523792A-00EB-4384-A728-FD698F9789ED}"/>
    <dgm:cxn modelId="{2C7523FE-F802-4594-8E48-2DEC6098FD10}" type="presOf" srcId="{E11A7908-CA64-4AB6-AB66-0733CCEF06D8}" destId="{2357CC64-03A7-41B1-B580-026DA5C6DF02}" srcOrd="1" destOrd="0" presId="urn:microsoft.com/office/officeart/2005/8/layout/list1"/>
    <dgm:cxn modelId="{349187A5-63D8-4126-B646-669F16062E12}" type="presParOf" srcId="{928F4F61-3B4D-4925-AD88-F6950DB12663}" destId="{18EB44D1-8264-4D50-820E-98C728E9B9E6}" srcOrd="0" destOrd="0" presId="urn:microsoft.com/office/officeart/2005/8/layout/list1"/>
    <dgm:cxn modelId="{334742F8-6C6B-4CF1-8750-F8A1AFC7A447}" type="presParOf" srcId="{18EB44D1-8264-4D50-820E-98C728E9B9E6}" destId="{6E917DA5-0042-4142-8A4B-D71EA9E5B17A}" srcOrd="0" destOrd="0" presId="urn:microsoft.com/office/officeart/2005/8/layout/list1"/>
    <dgm:cxn modelId="{1B51190A-C1D3-4A06-979B-80C163533F2F}" type="presParOf" srcId="{18EB44D1-8264-4D50-820E-98C728E9B9E6}" destId="{B36C503B-26C3-4F3C-A747-15B79A8645D6}" srcOrd="1" destOrd="0" presId="urn:microsoft.com/office/officeart/2005/8/layout/list1"/>
    <dgm:cxn modelId="{81A253BE-ABDB-4600-B594-34D741877691}" type="presParOf" srcId="{928F4F61-3B4D-4925-AD88-F6950DB12663}" destId="{F4E45094-01A7-4972-8F35-764F57E2CCBD}" srcOrd="1" destOrd="0" presId="urn:microsoft.com/office/officeart/2005/8/layout/list1"/>
    <dgm:cxn modelId="{FA717CDE-048C-4A38-A9B7-8E970274EA05}" type="presParOf" srcId="{928F4F61-3B4D-4925-AD88-F6950DB12663}" destId="{CEDD9741-AFEF-4DC7-9319-FF8F1B6B15D5}" srcOrd="2" destOrd="0" presId="urn:microsoft.com/office/officeart/2005/8/layout/list1"/>
    <dgm:cxn modelId="{4B42A7EF-E078-4B44-BDEE-7AF002688B2C}" type="presParOf" srcId="{928F4F61-3B4D-4925-AD88-F6950DB12663}" destId="{B137D5D9-D614-4739-87D0-5ACA4F1F93FE}" srcOrd="3" destOrd="0" presId="urn:microsoft.com/office/officeart/2005/8/layout/list1"/>
    <dgm:cxn modelId="{562B7538-18C1-4C8A-B061-38B0DF15C212}" type="presParOf" srcId="{928F4F61-3B4D-4925-AD88-F6950DB12663}" destId="{1FE201F7-96DC-4F85-A6AE-70763596E2FA}" srcOrd="4" destOrd="0" presId="urn:microsoft.com/office/officeart/2005/8/layout/list1"/>
    <dgm:cxn modelId="{CFA64782-6D26-42A2-A413-A7B865DD58E8}" type="presParOf" srcId="{1FE201F7-96DC-4F85-A6AE-70763596E2FA}" destId="{E7B35816-816B-426D-B876-73C318440556}" srcOrd="0" destOrd="0" presId="urn:microsoft.com/office/officeart/2005/8/layout/list1"/>
    <dgm:cxn modelId="{2608D3B3-8EDF-4A7C-A404-91BA287D5E84}" type="presParOf" srcId="{1FE201F7-96DC-4F85-A6AE-70763596E2FA}" destId="{2357CC64-03A7-41B1-B580-026DA5C6DF02}" srcOrd="1" destOrd="0" presId="urn:microsoft.com/office/officeart/2005/8/layout/list1"/>
    <dgm:cxn modelId="{59A5ADEC-90F1-48E2-AD57-90E5AC14C322}" type="presParOf" srcId="{928F4F61-3B4D-4925-AD88-F6950DB12663}" destId="{8C82980B-E2A5-45BF-B913-DE4A47BF0C0F}" srcOrd="5" destOrd="0" presId="urn:microsoft.com/office/officeart/2005/8/layout/list1"/>
    <dgm:cxn modelId="{89EA9E50-5805-47ED-9B65-90F7903CC9C9}" type="presParOf" srcId="{928F4F61-3B4D-4925-AD88-F6950DB12663}" destId="{D3FBE511-6FFF-4D91-A379-9438DE7FD515}" srcOrd="6" destOrd="0" presId="urn:microsoft.com/office/officeart/2005/8/layout/list1"/>
    <dgm:cxn modelId="{5A8694C7-C321-441E-8BEF-4DC320D9DD21}" type="presParOf" srcId="{928F4F61-3B4D-4925-AD88-F6950DB12663}" destId="{2A351209-DF81-4C51-B26B-69FB5CD2BF8E}" srcOrd="7" destOrd="0" presId="urn:microsoft.com/office/officeart/2005/8/layout/list1"/>
    <dgm:cxn modelId="{1C38CF34-E983-4CBC-81E6-344C99ED344C}" type="presParOf" srcId="{928F4F61-3B4D-4925-AD88-F6950DB12663}" destId="{1B86C056-5D90-4A88-84A2-2B71890DED35}" srcOrd="8" destOrd="0" presId="urn:microsoft.com/office/officeart/2005/8/layout/list1"/>
    <dgm:cxn modelId="{A182218A-6477-4CB4-B740-53369CC9F8BB}" type="presParOf" srcId="{1B86C056-5D90-4A88-84A2-2B71890DED35}" destId="{E87CB16E-80F8-4F07-A1EB-3EA6C20067EC}" srcOrd="0" destOrd="0" presId="urn:microsoft.com/office/officeart/2005/8/layout/list1"/>
    <dgm:cxn modelId="{F7EE4892-6242-4260-81D2-42DA668F0C73}" type="presParOf" srcId="{1B86C056-5D90-4A88-84A2-2B71890DED35}" destId="{7766DBDA-E7D7-45CA-BD1A-6401A6E70777}" srcOrd="1" destOrd="0" presId="urn:microsoft.com/office/officeart/2005/8/layout/list1"/>
    <dgm:cxn modelId="{033D931D-6A50-4BF5-931F-7033FE16B8A2}" type="presParOf" srcId="{928F4F61-3B4D-4925-AD88-F6950DB12663}" destId="{1D756AD8-2081-44D6-AFA8-EC615D341788}" srcOrd="9" destOrd="0" presId="urn:microsoft.com/office/officeart/2005/8/layout/list1"/>
    <dgm:cxn modelId="{2FDDA692-8831-4A06-B7DB-29274979B494}" type="presParOf" srcId="{928F4F61-3B4D-4925-AD88-F6950DB12663}" destId="{82FEE923-6437-4DDF-AD9C-6A5B8B74BC92}" srcOrd="10" destOrd="0" presId="urn:microsoft.com/office/officeart/2005/8/layout/list1"/>
    <dgm:cxn modelId="{04CD4A75-8105-42F4-BC4F-9B0B22913BEA}" type="presParOf" srcId="{928F4F61-3B4D-4925-AD88-F6950DB12663}" destId="{652F3F63-D2C3-440B-8FF8-392711AE0626}" srcOrd="11" destOrd="0" presId="urn:microsoft.com/office/officeart/2005/8/layout/list1"/>
    <dgm:cxn modelId="{BFA1C7B6-FD67-4D71-B4E6-584D19881D62}" type="presParOf" srcId="{928F4F61-3B4D-4925-AD88-F6950DB12663}" destId="{F939C9F8-840C-4AA0-8F9D-526C5B907435}" srcOrd="12" destOrd="0" presId="urn:microsoft.com/office/officeart/2005/8/layout/list1"/>
    <dgm:cxn modelId="{2F93B19D-2D13-40B3-AA5C-FA9CAA8700FD}" type="presParOf" srcId="{F939C9F8-840C-4AA0-8F9D-526C5B907435}" destId="{BEA54246-DC01-42E0-9BF7-C215C5686680}" srcOrd="0" destOrd="0" presId="urn:microsoft.com/office/officeart/2005/8/layout/list1"/>
    <dgm:cxn modelId="{73C72B63-DAD9-4F29-9655-09367E234172}" type="presParOf" srcId="{F939C9F8-840C-4AA0-8F9D-526C5B907435}" destId="{C3276B27-EA26-4166-8831-D7A4DA8CCA94}" srcOrd="1" destOrd="0" presId="urn:microsoft.com/office/officeart/2005/8/layout/list1"/>
    <dgm:cxn modelId="{340359E3-F1DA-444B-B4C4-A58BE6D2DE44}" type="presParOf" srcId="{928F4F61-3B4D-4925-AD88-F6950DB12663}" destId="{0F2F046C-B15B-4494-9299-A24675C59032}" srcOrd="13" destOrd="0" presId="urn:microsoft.com/office/officeart/2005/8/layout/list1"/>
    <dgm:cxn modelId="{A1F443EF-510C-4681-A068-38B3DEE2040F}" type="presParOf" srcId="{928F4F61-3B4D-4925-AD88-F6950DB12663}" destId="{7E8DCB2B-4107-4CA1-8C17-AB6299FCAC90}" srcOrd="14" destOrd="0" presId="urn:microsoft.com/office/officeart/2005/8/layout/list1"/>
    <dgm:cxn modelId="{11994A13-F2E3-4CFE-AA58-7A4AAB93F33F}" type="presParOf" srcId="{928F4F61-3B4D-4925-AD88-F6950DB12663}" destId="{E9EC1544-D1A5-4A9D-A623-C6EA98F70ED1}" srcOrd="15" destOrd="0" presId="urn:microsoft.com/office/officeart/2005/8/layout/list1"/>
    <dgm:cxn modelId="{DD45C33D-D9C8-408F-B16F-86AC72E84AA6}" type="presParOf" srcId="{928F4F61-3B4D-4925-AD88-F6950DB12663}" destId="{940A9782-946E-4087-859B-BAE87120641B}" srcOrd="16" destOrd="0" presId="urn:microsoft.com/office/officeart/2005/8/layout/list1"/>
    <dgm:cxn modelId="{960A83D6-B867-42EB-BED8-DD5AF559343C}" type="presParOf" srcId="{940A9782-946E-4087-859B-BAE87120641B}" destId="{05D41B55-5DF9-4840-BF94-818F040859B7}" srcOrd="0" destOrd="0" presId="urn:microsoft.com/office/officeart/2005/8/layout/list1"/>
    <dgm:cxn modelId="{0BC968E9-0EA5-4FE7-988E-AFA2B050B7B5}" type="presParOf" srcId="{940A9782-946E-4087-859B-BAE87120641B}" destId="{BEDCFF3C-1AAA-4A4D-9790-13BF6BBD7759}" srcOrd="1" destOrd="0" presId="urn:microsoft.com/office/officeart/2005/8/layout/list1"/>
    <dgm:cxn modelId="{A501B087-9D64-4FAD-97D8-202E82F47D68}" type="presParOf" srcId="{928F4F61-3B4D-4925-AD88-F6950DB12663}" destId="{A1E7F280-8032-4037-AD13-7B5D3B8B3801}" srcOrd="17" destOrd="0" presId="urn:microsoft.com/office/officeart/2005/8/layout/list1"/>
    <dgm:cxn modelId="{B1516849-B416-4019-A635-FFEE1B517564}" type="presParOf" srcId="{928F4F61-3B4D-4925-AD88-F6950DB12663}" destId="{52B0D5AC-A79D-4A00-BEBC-CB77E58F13ED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4827B-1D95-4E1A-8732-E41E29D9DF60}">
      <dsp:nvSpPr>
        <dsp:cNvPr id="0" name=""/>
        <dsp:cNvSpPr/>
      </dsp:nvSpPr>
      <dsp:spPr>
        <a:xfrm>
          <a:off x="0" y="421"/>
          <a:ext cx="9603275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77D108D-836C-4373-A714-5614243B1A8A}">
      <dsp:nvSpPr>
        <dsp:cNvPr id="0" name=""/>
        <dsp:cNvSpPr/>
      </dsp:nvSpPr>
      <dsp:spPr>
        <a:xfrm>
          <a:off x="0" y="421"/>
          <a:ext cx="9603275" cy="689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Aplicación web para gestionar tareas que permite:</a:t>
          </a:r>
          <a:endParaRPr lang="en-US" sz="2800" kern="1200"/>
        </a:p>
      </dsp:txBody>
      <dsp:txXfrm>
        <a:off x="0" y="421"/>
        <a:ext cx="9603275" cy="689954"/>
      </dsp:txXfrm>
    </dsp:sp>
    <dsp:sp modelId="{B1F61D79-95B3-4FBD-8F39-9AE82FE2B1E5}">
      <dsp:nvSpPr>
        <dsp:cNvPr id="0" name=""/>
        <dsp:cNvSpPr/>
      </dsp:nvSpPr>
      <dsp:spPr>
        <a:xfrm>
          <a:off x="0" y="690375"/>
          <a:ext cx="9603275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02CB94-3685-4EB7-B528-7466F69E1EC9}">
      <dsp:nvSpPr>
        <dsp:cNvPr id="0" name=""/>
        <dsp:cNvSpPr/>
      </dsp:nvSpPr>
      <dsp:spPr>
        <a:xfrm>
          <a:off x="0" y="690375"/>
          <a:ext cx="9603275" cy="689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Crear tareas </a:t>
          </a:r>
          <a:endParaRPr lang="en-US" sz="2800" kern="1200"/>
        </a:p>
      </dsp:txBody>
      <dsp:txXfrm>
        <a:off x="0" y="690375"/>
        <a:ext cx="9603275" cy="689954"/>
      </dsp:txXfrm>
    </dsp:sp>
    <dsp:sp modelId="{F2D456F2-4AFF-4002-BB00-F8721E912410}">
      <dsp:nvSpPr>
        <dsp:cNvPr id="0" name=""/>
        <dsp:cNvSpPr/>
      </dsp:nvSpPr>
      <dsp:spPr>
        <a:xfrm>
          <a:off x="0" y="1380329"/>
          <a:ext cx="9603275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7639C79-D5F7-4CAC-9B1C-8002C94167FB}">
      <dsp:nvSpPr>
        <dsp:cNvPr id="0" name=""/>
        <dsp:cNvSpPr/>
      </dsp:nvSpPr>
      <dsp:spPr>
        <a:xfrm>
          <a:off x="0" y="1380329"/>
          <a:ext cx="9603275" cy="689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Visualizar tareas </a:t>
          </a:r>
          <a:endParaRPr lang="en-US" sz="2800" kern="1200"/>
        </a:p>
      </dsp:txBody>
      <dsp:txXfrm>
        <a:off x="0" y="1380329"/>
        <a:ext cx="9603275" cy="689954"/>
      </dsp:txXfrm>
    </dsp:sp>
    <dsp:sp modelId="{A62A972E-7E71-4FAB-AD8F-8AC2208262E8}">
      <dsp:nvSpPr>
        <dsp:cNvPr id="0" name=""/>
        <dsp:cNvSpPr/>
      </dsp:nvSpPr>
      <dsp:spPr>
        <a:xfrm>
          <a:off x="0" y="2070283"/>
          <a:ext cx="9603275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C2C1223-CBA6-4D2B-9E60-6BAF5ABD79E4}">
      <dsp:nvSpPr>
        <dsp:cNvPr id="0" name=""/>
        <dsp:cNvSpPr/>
      </dsp:nvSpPr>
      <dsp:spPr>
        <a:xfrm>
          <a:off x="0" y="2070283"/>
          <a:ext cx="9603275" cy="689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Eliminar tareas </a:t>
          </a:r>
          <a:endParaRPr lang="en-US" sz="2800" kern="1200"/>
        </a:p>
      </dsp:txBody>
      <dsp:txXfrm>
        <a:off x="0" y="2070283"/>
        <a:ext cx="9603275" cy="689954"/>
      </dsp:txXfrm>
    </dsp:sp>
    <dsp:sp modelId="{20783441-3515-4307-944A-5D675A6EA143}">
      <dsp:nvSpPr>
        <dsp:cNvPr id="0" name=""/>
        <dsp:cNvSpPr/>
      </dsp:nvSpPr>
      <dsp:spPr>
        <a:xfrm>
          <a:off x="0" y="2760237"/>
          <a:ext cx="9603275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dk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00AB0EA-1FEC-4416-BC65-6ACC5531DB28}">
      <dsp:nvSpPr>
        <dsp:cNvPr id="0" name=""/>
        <dsp:cNvSpPr/>
      </dsp:nvSpPr>
      <dsp:spPr>
        <a:xfrm>
          <a:off x="0" y="2760237"/>
          <a:ext cx="9603275" cy="689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Incluye automatización mediante CI/CD y despliegue en la nube.</a:t>
          </a:r>
          <a:endParaRPr lang="en-US" sz="2800" kern="1200"/>
        </a:p>
      </dsp:txBody>
      <dsp:txXfrm>
        <a:off x="0" y="2760237"/>
        <a:ext cx="9603275" cy="6899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3FD09-C05F-49D8-A587-A7A85F42323C}">
      <dsp:nvSpPr>
        <dsp:cNvPr id="0" name=""/>
        <dsp:cNvSpPr/>
      </dsp:nvSpPr>
      <dsp:spPr>
        <a:xfrm>
          <a:off x="0" y="285718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B642E-8D87-462F-A535-59CFA801C714}">
      <dsp:nvSpPr>
        <dsp:cNvPr id="0" name=""/>
        <dsp:cNvSpPr/>
      </dsp:nvSpPr>
      <dsp:spPr>
        <a:xfrm>
          <a:off x="480218" y="64318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Desarrollar una solución que integre:</a:t>
          </a:r>
          <a:endParaRPr lang="en-US" sz="1500" kern="1200"/>
        </a:p>
      </dsp:txBody>
      <dsp:txXfrm>
        <a:off x="501834" y="85934"/>
        <a:ext cx="6679830" cy="399568"/>
      </dsp:txXfrm>
    </dsp:sp>
    <dsp:sp modelId="{D5CC5929-D5E2-4EC6-B9AB-6290B2404AEA}">
      <dsp:nvSpPr>
        <dsp:cNvPr id="0" name=""/>
        <dsp:cNvSpPr/>
      </dsp:nvSpPr>
      <dsp:spPr>
        <a:xfrm>
          <a:off x="0" y="966118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98AC2-43D5-4C83-BDDD-5EDBA5F954ED}">
      <dsp:nvSpPr>
        <dsp:cNvPr id="0" name=""/>
        <dsp:cNvSpPr/>
      </dsp:nvSpPr>
      <dsp:spPr>
        <a:xfrm>
          <a:off x="480218" y="744718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Backend serverless </a:t>
          </a:r>
          <a:endParaRPr lang="en-US" sz="1500" kern="1200"/>
        </a:p>
      </dsp:txBody>
      <dsp:txXfrm>
        <a:off x="501834" y="766334"/>
        <a:ext cx="6679830" cy="399568"/>
      </dsp:txXfrm>
    </dsp:sp>
    <dsp:sp modelId="{5CDCB6C1-3392-4A5C-A79E-E86D0634D1E1}">
      <dsp:nvSpPr>
        <dsp:cNvPr id="0" name=""/>
        <dsp:cNvSpPr/>
      </dsp:nvSpPr>
      <dsp:spPr>
        <a:xfrm>
          <a:off x="0" y="1646519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898E3D-8938-484D-AC8C-4BE461A89069}">
      <dsp:nvSpPr>
        <dsp:cNvPr id="0" name=""/>
        <dsp:cNvSpPr/>
      </dsp:nvSpPr>
      <dsp:spPr>
        <a:xfrm>
          <a:off x="480218" y="1425118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Base de datos en la nube </a:t>
          </a:r>
          <a:endParaRPr lang="en-US" sz="1500" kern="1200"/>
        </a:p>
      </dsp:txBody>
      <dsp:txXfrm>
        <a:off x="501834" y="1446734"/>
        <a:ext cx="6679830" cy="399568"/>
      </dsp:txXfrm>
    </dsp:sp>
    <dsp:sp modelId="{EA3CA09F-19EB-4E2A-945E-400467141824}">
      <dsp:nvSpPr>
        <dsp:cNvPr id="0" name=""/>
        <dsp:cNvSpPr/>
      </dsp:nvSpPr>
      <dsp:spPr>
        <a:xfrm>
          <a:off x="0" y="2326919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6F691-B349-4B0A-A958-34822466A52A}">
      <dsp:nvSpPr>
        <dsp:cNvPr id="0" name=""/>
        <dsp:cNvSpPr/>
      </dsp:nvSpPr>
      <dsp:spPr>
        <a:xfrm>
          <a:off x="480218" y="2105519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Automatización con pipelines </a:t>
          </a:r>
          <a:endParaRPr lang="en-US" sz="1500" kern="1200"/>
        </a:p>
      </dsp:txBody>
      <dsp:txXfrm>
        <a:off x="501834" y="2127135"/>
        <a:ext cx="6679830" cy="399568"/>
      </dsp:txXfrm>
    </dsp:sp>
    <dsp:sp modelId="{3DC72483-D36F-4D32-90BA-8A5F18B509E1}">
      <dsp:nvSpPr>
        <dsp:cNvPr id="0" name=""/>
        <dsp:cNvSpPr/>
      </dsp:nvSpPr>
      <dsp:spPr>
        <a:xfrm>
          <a:off x="0" y="3007319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ACB2E3-E132-4D15-A61E-77580D087C2E}">
      <dsp:nvSpPr>
        <dsp:cNvPr id="0" name=""/>
        <dsp:cNvSpPr/>
      </dsp:nvSpPr>
      <dsp:spPr>
        <a:xfrm>
          <a:off x="480218" y="2785919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Despliegue continuo </a:t>
          </a:r>
          <a:endParaRPr lang="en-US" sz="1500" kern="1200"/>
        </a:p>
      </dsp:txBody>
      <dsp:txXfrm>
        <a:off x="501834" y="2807535"/>
        <a:ext cx="6679830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59205-4A13-4EE8-B15B-4BB61FF66902}">
      <dsp:nvSpPr>
        <dsp:cNvPr id="0" name=""/>
        <dsp:cNvSpPr/>
      </dsp:nvSpPr>
      <dsp:spPr>
        <a:xfrm>
          <a:off x="3282" y="1069937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ABBAFD-012A-40B1-8D17-A29E0CF7C53E}">
      <dsp:nvSpPr>
        <dsp:cNvPr id="0" name=""/>
        <dsp:cNvSpPr/>
      </dsp:nvSpPr>
      <dsp:spPr>
        <a:xfrm>
          <a:off x="181019" y="1238788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Cloudflare Workers (backend) </a:t>
          </a:r>
        </a:p>
      </dsp:txBody>
      <dsp:txXfrm>
        <a:off x="210770" y="1268539"/>
        <a:ext cx="1540132" cy="956266"/>
      </dsp:txXfrm>
    </dsp:sp>
    <dsp:sp modelId="{4473176E-3A3C-4F81-993E-427AD399D904}">
      <dsp:nvSpPr>
        <dsp:cNvPr id="0" name=""/>
        <dsp:cNvSpPr/>
      </dsp:nvSpPr>
      <dsp:spPr>
        <a:xfrm>
          <a:off x="1958392" y="1069937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395C35-D954-4EC8-883B-5ED816C75EED}">
      <dsp:nvSpPr>
        <dsp:cNvPr id="0" name=""/>
        <dsp:cNvSpPr/>
      </dsp:nvSpPr>
      <dsp:spPr>
        <a:xfrm>
          <a:off x="2136129" y="1238788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Cloudflare D1 (base de datos) </a:t>
          </a:r>
        </a:p>
      </dsp:txBody>
      <dsp:txXfrm>
        <a:off x="2165880" y="1268539"/>
        <a:ext cx="1540132" cy="956266"/>
      </dsp:txXfrm>
    </dsp:sp>
    <dsp:sp modelId="{392B0CB5-1568-469D-A4CB-2671C19364F2}">
      <dsp:nvSpPr>
        <dsp:cNvPr id="0" name=""/>
        <dsp:cNvSpPr/>
      </dsp:nvSpPr>
      <dsp:spPr>
        <a:xfrm>
          <a:off x="3913501" y="1069937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D40173-A4BB-4CC4-976D-D21338280D03}">
      <dsp:nvSpPr>
        <dsp:cNvPr id="0" name=""/>
        <dsp:cNvSpPr/>
      </dsp:nvSpPr>
      <dsp:spPr>
        <a:xfrm>
          <a:off x="4091238" y="1238788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HTML, CSS, JavaScript (frontend) </a:t>
          </a:r>
        </a:p>
      </dsp:txBody>
      <dsp:txXfrm>
        <a:off x="4120989" y="1268539"/>
        <a:ext cx="1540132" cy="956266"/>
      </dsp:txXfrm>
    </dsp:sp>
    <dsp:sp modelId="{ED4932C6-0816-4EEA-A5B5-DAD23F401A7F}">
      <dsp:nvSpPr>
        <dsp:cNvPr id="0" name=""/>
        <dsp:cNvSpPr/>
      </dsp:nvSpPr>
      <dsp:spPr>
        <a:xfrm>
          <a:off x="5868610" y="1069937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1A56E2-03B2-492F-8961-57DF34722E4A}">
      <dsp:nvSpPr>
        <dsp:cNvPr id="0" name=""/>
        <dsp:cNvSpPr/>
      </dsp:nvSpPr>
      <dsp:spPr>
        <a:xfrm>
          <a:off x="6046347" y="1238788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GitHub Actions (CI/CD) </a:t>
          </a:r>
        </a:p>
      </dsp:txBody>
      <dsp:txXfrm>
        <a:off x="6076098" y="1268539"/>
        <a:ext cx="1540132" cy="956266"/>
      </dsp:txXfrm>
    </dsp:sp>
    <dsp:sp modelId="{EF1A5CDC-B497-4017-847C-A6DD912FD6C3}">
      <dsp:nvSpPr>
        <dsp:cNvPr id="0" name=""/>
        <dsp:cNvSpPr/>
      </dsp:nvSpPr>
      <dsp:spPr>
        <a:xfrm>
          <a:off x="7823720" y="1069937"/>
          <a:ext cx="1599634" cy="10157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DC21F2-19A9-49E0-9CF4-39C5228BC163}">
      <dsp:nvSpPr>
        <dsp:cNvPr id="0" name=""/>
        <dsp:cNvSpPr/>
      </dsp:nvSpPr>
      <dsp:spPr>
        <a:xfrm>
          <a:off x="8001457" y="1238788"/>
          <a:ext cx="1599634" cy="10157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YAML </a:t>
          </a:r>
        </a:p>
      </dsp:txBody>
      <dsp:txXfrm>
        <a:off x="8031208" y="1268539"/>
        <a:ext cx="1540132" cy="9562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F8C60-B6C5-4DDF-AC2D-A20EB7CFA79B}">
      <dsp:nvSpPr>
        <dsp:cNvPr id="0" name=""/>
        <dsp:cNvSpPr/>
      </dsp:nvSpPr>
      <dsp:spPr>
        <a:xfrm>
          <a:off x="2813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DFA1D1-782B-4287-9B6D-692F978F077F}">
      <dsp:nvSpPr>
        <dsp:cNvPr id="0" name=""/>
        <dsp:cNvSpPr/>
      </dsp:nvSpPr>
      <dsp:spPr>
        <a:xfrm>
          <a:off x="226040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El frontend se sirve como asset (archivo estático) desde Cloudflare</a:t>
          </a:r>
          <a:endParaRPr lang="en-US" sz="1300" kern="1200"/>
        </a:p>
      </dsp:txBody>
      <dsp:txXfrm>
        <a:off x="263405" y="1167774"/>
        <a:ext cx="1934310" cy="1201010"/>
      </dsp:txXfrm>
    </dsp:sp>
    <dsp:sp modelId="{8FEA8702-9DC5-4772-9BA1-38242ADCD42C}">
      <dsp:nvSpPr>
        <dsp:cNvPr id="0" name=""/>
        <dsp:cNvSpPr/>
      </dsp:nvSpPr>
      <dsp:spPr>
        <a:xfrm>
          <a:off x="2458307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F81155-67BA-4221-BC3C-7E0E4B6C148A}">
      <dsp:nvSpPr>
        <dsp:cNvPr id="0" name=""/>
        <dsp:cNvSpPr/>
      </dsp:nvSpPr>
      <dsp:spPr>
        <a:xfrm>
          <a:off x="2681533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Esto significa que el HTML, CSS y JavaScript se entregan directamente sin necesidad de un servidor tradicional</a:t>
          </a:r>
          <a:endParaRPr lang="en-US" sz="1300" kern="1200"/>
        </a:p>
      </dsp:txBody>
      <dsp:txXfrm>
        <a:off x="2718898" y="1167774"/>
        <a:ext cx="1934310" cy="1201010"/>
      </dsp:txXfrm>
    </dsp:sp>
    <dsp:sp modelId="{6A6F9F6B-5B0E-4669-8E10-1DF7B22CD88E}">
      <dsp:nvSpPr>
        <dsp:cNvPr id="0" name=""/>
        <dsp:cNvSpPr/>
      </dsp:nvSpPr>
      <dsp:spPr>
        <a:xfrm>
          <a:off x="4913800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B0CDFE-16DD-41DC-BE03-ADE3B2E18DA9}">
      <dsp:nvSpPr>
        <dsp:cNvPr id="0" name=""/>
        <dsp:cNvSpPr/>
      </dsp:nvSpPr>
      <dsp:spPr>
        <a:xfrm>
          <a:off x="5137027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El Worker procesa solicitudes del usuario</a:t>
          </a:r>
          <a:endParaRPr lang="en-US" sz="1300" kern="1200"/>
        </a:p>
      </dsp:txBody>
      <dsp:txXfrm>
        <a:off x="5174392" y="1167774"/>
        <a:ext cx="1934310" cy="1201010"/>
      </dsp:txXfrm>
    </dsp:sp>
    <dsp:sp modelId="{D3EF1F39-E4BB-470F-8139-7EC33C51011F}">
      <dsp:nvSpPr>
        <dsp:cNvPr id="0" name=""/>
        <dsp:cNvSpPr/>
      </dsp:nvSpPr>
      <dsp:spPr>
        <a:xfrm>
          <a:off x="7369294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A9D4DB-9BFE-45C5-B150-E371E88A1A12}">
      <dsp:nvSpPr>
        <dsp:cNvPr id="0" name=""/>
        <dsp:cNvSpPr/>
      </dsp:nvSpPr>
      <dsp:spPr>
        <a:xfrm>
          <a:off x="7592521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D1 almacena los datos de manera persistente</a:t>
          </a:r>
          <a:endParaRPr lang="en-US" sz="1300" kern="1200"/>
        </a:p>
      </dsp:txBody>
      <dsp:txXfrm>
        <a:off x="7629886" y="1167774"/>
        <a:ext cx="1934310" cy="12010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34B03-1C23-4642-BE64-A37B58693DC6}">
      <dsp:nvSpPr>
        <dsp:cNvPr id="0" name=""/>
        <dsp:cNvSpPr/>
      </dsp:nvSpPr>
      <dsp:spPr>
        <a:xfrm>
          <a:off x="2813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05AEAC-CF97-4509-A3E1-21CAA1D1FD07}">
      <dsp:nvSpPr>
        <dsp:cNvPr id="0" name=""/>
        <dsp:cNvSpPr/>
      </dsp:nvSpPr>
      <dsp:spPr>
        <a:xfrm>
          <a:off x="226040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La base de datos utiliza Cloudflare D1 (basada en SQLite)</a:t>
          </a:r>
          <a:endParaRPr lang="en-US" sz="1800" kern="1200"/>
        </a:p>
      </dsp:txBody>
      <dsp:txXfrm>
        <a:off x="263405" y="1167774"/>
        <a:ext cx="1934310" cy="1201010"/>
      </dsp:txXfrm>
    </dsp:sp>
    <dsp:sp modelId="{F880B574-C623-4E2E-81C0-36FD0BBA0C6E}">
      <dsp:nvSpPr>
        <dsp:cNvPr id="0" name=""/>
        <dsp:cNvSpPr/>
      </dsp:nvSpPr>
      <dsp:spPr>
        <a:xfrm>
          <a:off x="2458307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4F2C7B-B85B-471D-A28B-774633DF4D95}">
      <dsp:nvSpPr>
        <dsp:cNvPr id="0" name=""/>
        <dsp:cNvSpPr/>
      </dsp:nvSpPr>
      <dsp:spPr>
        <a:xfrm>
          <a:off x="2681533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El modelo es simple y eficiente para operaciones CRUD</a:t>
          </a:r>
          <a:endParaRPr lang="en-US" sz="1800" kern="1200"/>
        </a:p>
      </dsp:txBody>
      <dsp:txXfrm>
        <a:off x="2718898" y="1167774"/>
        <a:ext cx="1934310" cy="1201010"/>
      </dsp:txXfrm>
    </dsp:sp>
    <dsp:sp modelId="{A1466DF6-64CD-4F16-9E4C-7D6A550308B6}">
      <dsp:nvSpPr>
        <dsp:cNvPr id="0" name=""/>
        <dsp:cNvSpPr/>
      </dsp:nvSpPr>
      <dsp:spPr>
        <a:xfrm>
          <a:off x="4913800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B33D9D-D17F-4D94-B5BA-7EC13A600DAD}">
      <dsp:nvSpPr>
        <dsp:cNvPr id="0" name=""/>
        <dsp:cNvSpPr/>
      </dsp:nvSpPr>
      <dsp:spPr>
        <a:xfrm>
          <a:off x="5137027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Permite almacenar y recuperar información de manera persistente</a:t>
          </a:r>
          <a:endParaRPr lang="en-US" sz="1800" kern="1200"/>
        </a:p>
      </dsp:txBody>
      <dsp:txXfrm>
        <a:off x="5174392" y="1167774"/>
        <a:ext cx="1934310" cy="1201010"/>
      </dsp:txXfrm>
    </dsp:sp>
    <dsp:sp modelId="{ADB03768-BBB1-490F-AAE3-1A95D2D3422D}">
      <dsp:nvSpPr>
        <dsp:cNvPr id="0" name=""/>
        <dsp:cNvSpPr/>
      </dsp:nvSpPr>
      <dsp:spPr>
        <a:xfrm>
          <a:off x="7369294" y="918344"/>
          <a:ext cx="2009040" cy="12757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874244-EDA5-4EF3-800E-C12CF6ED24BC}">
      <dsp:nvSpPr>
        <dsp:cNvPr id="0" name=""/>
        <dsp:cNvSpPr/>
      </dsp:nvSpPr>
      <dsp:spPr>
        <a:xfrm>
          <a:off x="7592521" y="1130409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Está optimizado para aplicaciones ligeras y serverless</a:t>
          </a:r>
          <a:endParaRPr lang="en-US" sz="1800" kern="1200"/>
        </a:p>
      </dsp:txBody>
      <dsp:txXfrm>
        <a:off x="7629886" y="1167774"/>
        <a:ext cx="1934310" cy="12010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8397A-EAB3-4FE4-BA9B-18E0F227E1A3}">
      <dsp:nvSpPr>
        <dsp:cNvPr id="0" name=""/>
        <dsp:cNvSpPr/>
      </dsp:nvSpPr>
      <dsp:spPr>
        <a:xfrm>
          <a:off x="2813" y="980916"/>
          <a:ext cx="2009040" cy="12757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D300C-8802-44D1-895A-211A3FDB9911}">
      <dsp:nvSpPr>
        <dsp:cNvPr id="0" name=""/>
        <dsp:cNvSpPr/>
      </dsp:nvSpPr>
      <dsp:spPr>
        <a:xfrm>
          <a:off x="226040" y="1192981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Aunque no se usó en producción:</a:t>
          </a:r>
          <a:endParaRPr lang="en-US" sz="2100" kern="1200"/>
        </a:p>
      </dsp:txBody>
      <dsp:txXfrm>
        <a:off x="263405" y="1230346"/>
        <a:ext cx="1934310" cy="1201010"/>
      </dsp:txXfrm>
    </dsp:sp>
    <dsp:sp modelId="{F246FD5F-0D66-4B3A-A7CC-55AC95233CA7}">
      <dsp:nvSpPr>
        <dsp:cNvPr id="0" name=""/>
        <dsp:cNvSpPr/>
      </dsp:nvSpPr>
      <dsp:spPr>
        <a:xfrm>
          <a:off x="2458307" y="980916"/>
          <a:ext cx="2009040" cy="12757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E52C3-E957-4F52-8BD0-DDFE42AAC33A}">
      <dsp:nvSpPr>
        <dsp:cNvPr id="0" name=""/>
        <dsp:cNvSpPr/>
      </dsp:nvSpPr>
      <dsp:spPr>
        <a:xfrm>
          <a:off x="2681533" y="1192981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Permite contenerización del backend </a:t>
          </a:r>
          <a:endParaRPr lang="en-US" sz="2100" kern="1200"/>
        </a:p>
      </dsp:txBody>
      <dsp:txXfrm>
        <a:off x="2718898" y="1230346"/>
        <a:ext cx="1934310" cy="1201010"/>
      </dsp:txXfrm>
    </dsp:sp>
    <dsp:sp modelId="{3C2BFEF1-2A7D-4444-B1DB-8B23556C1B05}">
      <dsp:nvSpPr>
        <dsp:cNvPr id="0" name=""/>
        <dsp:cNvSpPr/>
      </dsp:nvSpPr>
      <dsp:spPr>
        <a:xfrm>
          <a:off x="4913800" y="980916"/>
          <a:ext cx="2009040" cy="12757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967BC-7E3F-482C-8BE6-C36C2FDE42DB}">
      <dsp:nvSpPr>
        <dsp:cNvPr id="0" name=""/>
        <dsp:cNvSpPr/>
      </dsp:nvSpPr>
      <dsp:spPr>
        <a:xfrm>
          <a:off x="5137027" y="1192981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Facilita portabilidad </a:t>
          </a:r>
          <a:endParaRPr lang="en-US" sz="2100" kern="1200"/>
        </a:p>
      </dsp:txBody>
      <dsp:txXfrm>
        <a:off x="5174392" y="1230346"/>
        <a:ext cx="1934310" cy="1201010"/>
      </dsp:txXfrm>
    </dsp:sp>
    <dsp:sp modelId="{3089D6A4-4703-4FFD-BBCF-3C97A5711482}">
      <dsp:nvSpPr>
        <dsp:cNvPr id="0" name=""/>
        <dsp:cNvSpPr/>
      </dsp:nvSpPr>
      <dsp:spPr>
        <a:xfrm>
          <a:off x="7369294" y="980916"/>
          <a:ext cx="2009040" cy="12757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77D13-C22F-49E4-BDF5-7BD1132B5B08}">
      <dsp:nvSpPr>
        <dsp:cNvPr id="0" name=""/>
        <dsp:cNvSpPr/>
      </dsp:nvSpPr>
      <dsp:spPr>
        <a:xfrm>
          <a:off x="7592521" y="1192981"/>
          <a:ext cx="2009040" cy="12757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Compatible con entornos DevOps </a:t>
          </a:r>
          <a:endParaRPr lang="en-US" sz="2100" kern="1200"/>
        </a:p>
      </dsp:txBody>
      <dsp:txXfrm>
        <a:off x="7629886" y="1230346"/>
        <a:ext cx="1934310" cy="12010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4456A-9F14-437F-9E6A-169C2D74EB2F}">
      <dsp:nvSpPr>
        <dsp:cNvPr id="0" name=""/>
        <dsp:cNvSpPr/>
      </dsp:nvSpPr>
      <dsp:spPr>
        <a:xfrm>
          <a:off x="0" y="0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08D885-C16A-414E-B36C-62EFB3F38B18}">
      <dsp:nvSpPr>
        <dsp:cNvPr id="0" name=""/>
        <dsp:cNvSpPr/>
      </dsp:nvSpPr>
      <dsp:spPr>
        <a:xfrm>
          <a:off x="0" y="0"/>
          <a:ext cx="5913437" cy="1159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Se utiliza una estrategia simple para separar desarrollo y producción</a:t>
          </a:r>
          <a:endParaRPr lang="en-US" sz="2400" kern="1200"/>
        </a:p>
      </dsp:txBody>
      <dsp:txXfrm>
        <a:off x="0" y="0"/>
        <a:ext cx="5913437" cy="1159272"/>
      </dsp:txXfrm>
    </dsp:sp>
    <dsp:sp modelId="{3170F9BB-3CB2-4594-AB10-247888914472}">
      <dsp:nvSpPr>
        <dsp:cNvPr id="0" name=""/>
        <dsp:cNvSpPr/>
      </dsp:nvSpPr>
      <dsp:spPr>
        <a:xfrm>
          <a:off x="0" y="1159272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1130992"/>
                <a:satOff val="3728"/>
                <a:lumOff val="398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130992"/>
                <a:satOff val="3728"/>
                <a:lumOff val="398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130992"/>
                <a:satOff val="3728"/>
                <a:lumOff val="398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130992"/>
              <a:satOff val="3728"/>
              <a:lumOff val="398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C64801-7EC5-4D92-A596-623DDA525F89}">
      <dsp:nvSpPr>
        <dsp:cNvPr id="0" name=""/>
        <dsp:cNvSpPr/>
      </dsp:nvSpPr>
      <dsp:spPr>
        <a:xfrm>
          <a:off x="0" y="1159272"/>
          <a:ext cx="5913437" cy="1159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La rama main contiene el código estable listo para producción</a:t>
          </a:r>
          <a:endParaRPr lang="en-US" sz="2400" kern="1200"/>
        </a:p>
      </dsp:txBody>
      <dsp:txXfrm>
        <a:off x="0" y="1159272"/>
        <a:ext cx="5913437" cy="1159272"/>
      </dsp:txXfrm>
    </dsp:sp>
    <dsp:sp modelId="{6D398965-E45C-4746-AD19-1BE612205AC8}">
      <dsp:nvSpPr>
        <dsp:cNvPr id="0" name=""/>
        <dsp:cNvSpPr/>
      </dsp:nvSpPr>
      <dsp:spPr>
        <a:xfrm>
          <a:off x="0" y="2318544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2261984"/>
                <a:satOff val="7457"/>
                <a:lumOff val="79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261984"/>
                <a:satOff val="7457"/>
                <a:lumOff val="79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261984"/>
                <a:satOff val="7457"/>
                <a:lumOff val="79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261984"/>
              <a:satOff val="7457"/>
              <a:lumOff val="797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564F12-C0D6-4882-A6A6-71B1C898E29C}">
      <dsp:nvSpPr>
        <dsp:cNvPr id="0" name=""/>
        <dsp:cNvSpPr/>
      </dsp:nvSpPr>
      <dsp:spPr>
        <a:xfrm>
          <a:off x="0" y="2318544"/>
          <a:ext cx="5913437" cy="1159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Las ramas feature/ permiten desarrollar nuevas funcionalidades sin afectar el sistema principal</a:t>
          </a:r>
          <a:endParaRPr lang="en-US" sz="2400" kern="1200"/>
        </a:p>
      </dsp:txBody>
      <dsp:txXfrm>
        <a:off x="0" y="2318544"/>
        <a:ext cx="5913437" cy="1159272"/>
      </dsp:txXfrm>
    </dsp:sp>
    <dsp:sp modelId="{BF1E76AE-6E65-4006-A817-7FA11EA81CC2}">
      <dsp:nvSpPr>
        <dsp:cNvPr id="0" name=""/>
        <dsp:cNvSpPr/>
      </dsp:nvSpPr>
      <dsp:spPr>
        <a:xfrm>
          <a:off x="0" y="3477816"/>
          <a:ext cx="5913437" cy="0"/>
        </a:xfrm>
        <a:prstGeom prst="line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D2BFDF-A757-42ED-A328-BEA38C3F7667}">
      <dsp:nvSpPr>
        <dsp:cNvPr id="0" name=""/>
        <dsp:cNvSpPr/>
      </dsp:nvSpPr>
      <dsp:spPr>
        <a:xfrm>
          <a:off x="0" y="3477816"/>
          <a:ext cx="5913437" cy="11592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Los Pull Requests permiten validar cambios antes de integrarlos</a:t>
          </a:r>
          <a:endParaRPr lang="en-US" sz="2400" kern="1200"/>
        </a:p>
      </dsp:txBody>
      <dsp:txXfrm>
        <a:off x="0" y="3477816"/>
        <a:ext cx="5913437" cy="11592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D9741-AFEF-4DC7-9319-FF8F1B6B15D5}">
      <dsp:nvSpPr>
        <dsp:cNvPr id="0" name=""/>
        <dsp:cNvSpPr/>
      </dsp:nvSpPr>
      <dsp:spPr>
        <a:xfrm>
          <a:off x="0" y="285718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6C503B-26C3-4F3C-A747-15B79A8645D6}">
      <dsp:nvSpPr>
        <dsp:cNvPr id="0" name=""/>
        <dsp:cNvSpPr/>
      </dsp:nvSpPr>
      <dsp:spPr>
        <a:xfrm>
          <a:off x="480218" y="64318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Archivo:</a:t>
          </a:r>
        </a:p>
      </dsp:txBody>
      <dsp:txXfrm>
        <a:off x="501834" y="85934"/>
        <a:ext cx="6679830" cy="399568"/>
      </dsp:txXfrm>
    </dsp:sp>
    <dsp:sp modelId="{D3FBE511-6FFF-4D91-A379-9438DE7FD515}">
      <dsp:nvSpPr>
        <dsp:cNvPr id="0" name=""/>
        <dsp:cNvSpPr/>
      </dsp:nvSpPr>
      <dsp:spPr>
        <a:xfrm>
          <a:off x="0" y="966118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7CC64-03A7-41B1-B580-026DA5C6DF02}">
      <dsp:nvSpPr>
        <dsp:cNvPr id="0" name=""/>
        <dsp:cNvSpPr/>
      </dsp:nvSpPr>
      <dsp:spPr>
        <a:xfrm>
          <a:off x="480218" y="744718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.github/workflows/deploy.yml</a:t>
          </a:r>
        </a:p>
      </dsp:txBody>
      <dsp:txXfrm>
        <a:off x="501834" y="766334"/>
        <a:ext cx="6679830" cy="399568"/>
      </dsp:txXfrm>
    </dsp:sp>
    <dsp:sp modelId="{82FEE923-6437-4DDF-AD9C-6A5B8B74BC92}">
      <dsp:nvSpPr>
        <dsp:cNvPr id="0" name=""/>
        <dsp:cNvSpPr/>
      </dsp:nvSpPr>
      <dsp:spPr>
        <a:xfrm>
          <a:off x="0" y="1646519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6DBDA-E7D7-45CA-BD1A-6401A6E70777}">
      <dsp:nvSpPr>
        <dsp:cNvPr id="0" name=""/>
        <dsp:cNvSpPr/>
      </dsp:nvSpPr>
      <dsp:spPr>
        <a:xfrm>
          <a:off x="480218" y="1425118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Proceso:</a:t>
          </a:r>
        </a:p>
      </dsp:txBody>
      <dsp:txXfrm>
        <a:off x="501834" y="1446734"/>
        <a:ext cx="6679830" cy="399568"/>
      </dsp:txXfrm>
    </dsp:sp>
    <dsp:sp modelId="{7E8DCB2B-4107-4CA1-8C17-AB6299FCAC90}">
      <dsp:nvSpPr>
        <dsp:cNvPr id="0" name=""/>
        <dsp:cNvSpPr/>
      </dsp:nvSpPr>
      <dsp:spPr>
        <a:xfrm>
          <a:off x="0" y="2326919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76B27-EA26-4166-8831-D7A4DA8CCA94}">
      <dsp:nvSpPr>
        <dsp:cNvPr id="0" name=""/>
        <dsp:cNvSpPr/>
      </dsp:nvSpPr>
      <dsp:spPr>
        <a:xfrm>
          <a:off x="480218" y="2105519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 ejecuta en push a main </a:t>
          </a:r>
        </a:p>
      </dsp:txBody>
      <dsp:txXfrm>
        <a:off x="501834" y="2127135"/>
        <a:ext cx="6679830" cy="399568"/>
      </dsp:txXfrm>
    </dsp:sp>
    <dsp:sp modelId="{52B0D5AC-A79D-4A00-BEBC-CB77E58F13ED}">
      <dsp:nvSpPr>
        <dsp:cNvPr id="0" name=""/>
        <dsp:cNvSpPr/>
      </dsp:nvSpPr>
      <dsp:spPr>
        <a:xfrm>
          <a:off x="0" y="3007319"/>
          <a:ext cx="960437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CFF3C-1AAA-4A4D-9790-13BF6BBD7759}">
      <dsp:nvSpPr>
        <dsp:cNvPr id="0" name=""/>
        <dsp:cNvSpPr/>
      </dsp:nvSpPr>
      <dsp:spPr>
        <a:xfrm>
          <a:off x="480218" y="2785919"/>
          <a:ext cx="672306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116" tIns="0" rIns="254116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Despliega automáticamente</a:t>
          </a:r>
        </a:p>
      </dsp:txBody>
      <dsp:txXfrm>
        <a:off x="501834" y="2807535"/>
        <a:ext cx="6679830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07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18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50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7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68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596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70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07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91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60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362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88379-FEBD-491F-B416-6D9FA4755AD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738A551-B933-4F26-ABAA-A5FCD5D56ED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710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68D36E-9526-F0C8-1286-3387727ED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it-IT" sz="4100"/>
              <a:t>Task Manager con CI/CD en Cloudflare</a:t>
            </a:r>
            <a:endParaRPr lang="en-US" sz="4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5B7042-627D-996C-04EA-CB73DF333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617" y="3531204"/>
            <a:ext cx="4171479" cy="1610643"/>
          </a:xfrm>
        </p:spPr>
        <p:txBody>
          <a:bodyPr>
            <a:normAutofit/>
          </a:bodyPr>
          <a:lstStyle/>
          <a:p>
            <a:r>
              <a:rPr lang="en-US" sz="1600"/>
              <a:t>Carlos Esteban Calzada Diaz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70BA8355-0C0E-301D-3E3F-8A9BA5E04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41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621AE-7E0A-5B96-934A-B48F3101FE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10302" r="-1" b="5426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180314A-5932-70CB-CB43-1B3FA658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/>
              <a:t>Descripción del proyecto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768873-9AC5-2F7B-FC61-66AFF34ED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4314828"/>
              </p:ext>
            </p:extLst>
          </p:nvPr>
        </p:nvGraphicFramePr>
        <p:xfrm>
          <a:off x="1451579" y="2015732"/>
          <a:ext cx="960327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4225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ACF96-1016-D958-1E09-9A0E6F3F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091B35-A1D0-F466-E8B6-E28EE5CFD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6125830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8424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D553A-13FA-86C8-9CF6-95C46C420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/>
              <a:t>Stack tecnológico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643770-439E-5924-3BBB-D9E8B7E47E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192450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42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2B65-9800-46F2-3113-995D2E3F5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/>
              <a:t>Arquitectura del sistema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AE5330-1832-7B1A-C619-0E2D9D94B9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558432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7517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86214E6-45EF-D461-EC54-2619D489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/>
              <a:t>Diagrama de infraestructura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ADA44A-BDD6-18C4-C6DF-1BE4FE188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r>
              <a:rPr lang="en-US"/>
              <a:t>Usuario (navegador) </a:t>
            </a:r>
          </a:p>
          <a:p>
            <a:r>
              <a:rPr lang="en-US"/>
              <a:t>Cloudflare Worker </a:t>
            </a:r>
          </a:p>
          <a:p>
            <a:r>
              <a:rPr lang="en-US"/>
              <a:t>D1 Database </a:t>
            </a:r>
          </a:p>
          <a:p>
            <a:pPr marL="0" indent="0">
              <a:buNone/>
            </a:pPr>
            <a:r>
              <a:rPr lang="en-US"/>
              <a:t>El sistema utiliza arquitectura serverless donde Cloudflare Workers actúa como capa de cómputo y D1 como almacenamiento.</a:t>
            </a:r>
          </a:p>
          <a:p>
            <a:endParaRPr lang="en-US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A7123550-93C7-388E-030C-838E214133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665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3E6111-D0E6-24A5-B40B-697AF1CC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138228"/>
            <a:ext cx="3793685" cy="3858767"/>
          </a:xfrm>
        </p:spPr>
        <p:txBody>
          <a:bodyPr anchor="ctr">
            <a:normAutofit/>
          </a:bodyPr>
          <a:lstStyle/>
          <a:p>
            <a:r>
              <a:rPr lang="en-US" sz="3600"/>
              <a:t>API (Endpoints)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00021" y="638300"/>
            <a:ext cx="6409605" cy="4858625"/>
            <a:chOff x="7807230" y="2012810"/>
            <a:chExt cx="3251252" cy="34598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9891" y="973636"/>
            <a:ext cx="5769864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A4FFD-4E64-03C1-B446-2BCC50960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483" y="1138228"/>
            <a:ext cx="5440680" cy="3858768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rgbClr val="000000"/>
                </a:solidFill>
              </a:rPr>
              <a:t>GET /tasks</a:t>
            </a:r>
          </a:p>
          <a:p>
            <a:pPr marL="0" indent="0">
              <a:buNone/>
            </a:pPr>
            <a:r>
              <a:rPr lang="es-ES">
                <a:solidFill>
                  <a:srgbClr val="000000"/>
                </a:solidFill>
              </a:rPr>
              <a:t>Obtiene todas las tareas almacenadas en la base de datos</a:t>
            </a:r>
          </a:p>
          <a:p>
            <a:r>
              <a:rPr lang="es-ES">
                <a:solidFill>
                  <a:srgbClr val="000000"/>
                </a:solidFill>
              </a:rPr>
              <a:t>POST /tasks</a:t>
            </a:r>
          </a:p>
          <a:p>
            <a:pPr marL="0" indent="0">
              <a:buNone/>
            </a:pPr>
            <a:r>
              <a:rPr lang="es-ES">
                <a:solidFill>
                  <a:srgbClr val="000000"/>
                </a:solidFill>
              </a:rPr>
              <a:t>Permite crear una nueva tarea enviando datos desde el frontend</a:t>
            </a:r>
          </a:p>
          <a:p>
            <a:r>
              <a:rPr lang="es-ES">
                <a:solidFill>
                  <a:srgbClr val="000000"/>
                </a:solidFill>
              </a:rPr>
              <a:t>DELETE /tasks/:id</a:t>
            </a:r>
          </a:p>
          <a:p>
            <a:pPr marL="0" indent="0">
              <a:buNone/>
            </a:pPr>
            <a:r>
              <a:rPr lang="es-ES">
                <a:solidFill>
                  <a:srgbClr val="000000"/>
                </a:solidFill>
              </a:rPr>
              <a:t>Elimina una tarea específica usando su identificador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650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E6877-2B64-6533-BD2A-F05F77AC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138228"/>
            <a:ext cx="3793685" cy="3858767"/>
          </a:xfrm>
        </p:spPr>
        <p:txBody>
          <a:bodyPr anchor="ctr">
            <a:normAutofit/>
          </a:bodyPr>
          <a:lstStyle/>
          <a:p>
            <a:r>
              <a:rPr lang="en-US" sz="3600"/>
              <a:t>Modelo de datos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00021" y="638300"/>
            <a:ext cx="6409605" cy="4858625"/>
            <a:chOff x="7807230" y="2012810"/>
            <a:chExt cx="3251252" cy="34598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9891" y="973636"/>
            <a:ext cx="5769864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5C72BF4-7BD9-4BF2-9EC3-AB575BC72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483" y="1138228"/>
            <a:ext cx="5440680" cy="38587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Tabla: tasks</a:t>
            </a:r>
          </a:p>
          <a:p>
            <a:r>
              <a:rPr lang="es-ES">
                <a:solidFill>
                  <a:srgbClr val="000000"/>
                </a:solidFill>
              </a:rPr>
              <a:t>id (INTEGER)</a:t>
            </a:r>
          </a:p>
          <a:p>
            <a:pPr marL="0" indent="0">
              <a:buNone/>
            </a:pPr>
            <a:r>
              <a:rPr lang="es-ES">
                <a:solidFill>
                  <a:srgbClr val="000000"/>
                </a:solidFill>
              </a:rPr>
              <a:t>Identificador único de cada tarea (clave primaria)</a:t>
            </a:r>
          </a:p>
          <a:p>
            <a:r>
              <a:rPr lang="es-ES">
                <a:solidFill>
                  <a:srgbClr val="000000"/>
                </a:solidFill>
              </a:rPr>
              <a:t>title (TEXT)</a:t>
            </a:r>
          </a:p>
          <a:p>
            <a:pPr marL="0" indent="0">
              <a:buNone/>
            </a:pPr>
            <a:r>
              <a:rPr lang="es-ES">
                <a:solidFill>
                  <a:srgbClr val="000000"/>
                </a:solidFill>
              </a:rPr>
              <a:t>Descripción o nombre de la tarea</a:t>
            </a:r>
          </a:p>
          <a:p>
            <a:r>
              <a:rPr lang="es-ES">
                <a:solidFill>
                  <a:srgbClr val="000000"/>
                </a:solidFill>
              </a:rPr>
              <a:t>due_date (TEXT)</a:t>
            </a:r>
          </a:p>
          <a:p>
            <a:pPr marL="0" indent="0">
              <a:buNone/>
            </a:pPr>
            <a:r>
              <a:rPr lang="es-ES">
                <a:solidFill>
                  <a:srgbClr val="000000"/>
                </a:solidFill>
              </a:rPr>
              <a:t>Fecha límite de la tarea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49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2E83-3BC1-9487-8D5F-86B4DD35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Frontend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56C467-363F-3806-18AA-854C004BA3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7075343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2806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38A9-4630-375C-1041-4E2C16C2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8C1B697-C55A-2AC2-FC55-F0933D0CF5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016125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1252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5145B-32F0-732C-0244-5E31EE35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/>
              <a:t>Estrategia de ramas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4232A9CD-ADAA-7F57-8A23-467840BC80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8963881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54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16A82-FDAA-B853-66E8-9C70D278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138228"/>
            <a:ext cx="3793685" cy="3858767"/>
          </a:xfrm>
        </p:spPr>
        <p:txBody>
          <a:bodyPr anchor="ctr">
            <a:normAutofit/>
          </a:bodyPr>
          <a:lstStyle/>
          <a:p>
            <a:r>
              <a:rPr lang="en-US" sz="3600"/>
              <a:t>CI — Integración continua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00021" y="638300"/>
            <a:ext cx="6409605" cy="4858625"/>
            <a:chOff x="7807230" y="2012810"/>
            <a:chExt cx="3251252" cy="34598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9891" y="973636"/>
            <a:ext cx="5769864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DFF5-0926-131D-84E4-F2F2F4A3E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483" y="1138228"/>
            <a:ext cx="5440680" cy="38587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>
                <a:solidFill>
                  <a:srgbClr val="000000"/>
                </a:solidFill>
              </a:rPr>
              <a:t>Archivo:</a:t>
            </a:r>
          </a:p>
          <a:p>
            <a:r>
              <a:rPr lang="es-ES">
                <a:solidFill>
                  <a:srgbClr val="000000"/>
                </a:solidFill>
              </a:rPr>
              <a:t>.github/workflows/ci.yml</a:t>
            </a:r>
          </a:p>
          <a:p>
            <a:pPr marL="0" indent="0">
              <a:buNone/>
            </a:pPr>
            <a:r>
              <a:rPr lang="es-ES">
                <a:solidFill>
                  <a:srgbClr val="000000"/>
                </a:solidFill>
              </a:rPr>
              <a:t>Proceso:</a:t>
            </a:r>
          </a:p>
          <a:p>
            <a:r>
              <a:rPr lang="es-ES">
                <a:solidFill>
                  <a:srgbClr val="000000"/>
                </a:solidFill>
              </a:rPr>
              <a:t>Se ejecuta en cada PR </a:t>
            </a:r>
          </a:p>
          <a:p>
            <a:r>
              <a:rPr lang="es-ES">
                <a:solidFill>
                  <a:srgbClr val="000000"/>
                </a:solidFill>
              </a:rPr>
              <a:t>Instala dependencias </a:t>
            </a:r>
          </a:p>
          <a:p>
            <a:r>
              <a:rPr lang="es-ES">
                <a:solidFill>
                  <a:srgbClr val="000000"/>
                </a:solidFill>
              </a:rPr>
              <a:t>Valida el proyecto</a:t>
            </a:r>
          </a:p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391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CF47-8374-4D31-CBE0-6720F884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Despliegue</a:t>
            </a:r>
            <a:r>
              <a:rPr lang="en-US" dirty="0"/>
              <a:t> continuo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1C2D202-4EE0-EFAC-49AB-DD3345DDE0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749283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6129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F3100-2FEB-D2FC-3925-6905A2A6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138228"/>
            <a:ext cx="3793685" cy="3858767"/>
          </a:xfrm>
        </p:spPr>
        <p:txBody>
          <a:bodyPr anchor="ctr">
            <a:normAutofit/>
          </a:bodyPr>
          <a:lstStyle/>
          <a:p>
            <a:r>
              <a:rPr lang="en-US" sz="3600"/>
              <a:t>Conclusiones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00021" y="638300"/>
            <a:ext cx="6409605" cy="4858625"/>
            <a:chOff x="7807230" y="2012810"/>
            <a:chExt cx="3251252" cy="345986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9891" y="973636"/>
            <a:ext cx="5769864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4F4DF-9781-4629-68F1-208C143A2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4483" y="1138228"/>
            <a:ext cx="5440680" cy="3858768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s-ES">
                <a:solidFill>
                  <a:srgbClr val="000000"/>
                </a:solidFill>
              </a:rPr>
              <a:t>Este proyecto demuestra la implementación de una arquitectura moderna basada en servicios serverless, integrando frontend, backend y base de datos en una sola plataforma. Además, se logró automatizar el ciclo de desarrollo mediante prácticas de integración y despliegue continuo, reduciendo errores manuales y asegurando un flujo de trabajo eficiente. Finalmente, la aplicación se encuentra desplegada en producción, evidenciando el uso práctico de herramientas DevOps en un entorno real.</a:t>
            </a:r>
          </a:p>
          <a:p>
            <a:pPr>
              <a:lnSpc>
                <a:spcPct val="110000"/>
              </a:lnSpc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9431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8</TotalTime>
  <Words>474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Task Manager con CI/CD en Cloudflare</vt:lpstr>
      <vt:lpstr>Descripción del proyecto</vt:lpstr>
      <vt:lpstr>Objetivo</vt:lpstr>
      <vt:lpstr>Stack tecnológico</vt:lpstr>
      <vt:lpstr>Arquitectura del sistema</vt:lpstr>
      <vt:lpstr>Diagrama de infraestructura</vt:lpstr>
      <vt:lpstr>API (Endpoints)</vt:lpstr>
      <vt:lpstr>Modelo de datos</vt:lpstr>
      <vt:lpstr>Frontend</vt:lpstr>
      <vt:lpstr>Docker </vt:lpstr>
      <vt:lpstr>Estrategia de ramas</vt:lpstr>
      <vt:lpstr>CI — Integración continua</vt:lpstr>
      <vt:lpstr>Despliegue continuo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</dc:creator>
  <cp:lastModifiedBy>Carlos C</cp:lastModifiedBy>
  <cp:revision>1</cp:revision>
  <dcterms:created xsi:type="dcterms:W3CDTF">2026-05-03T20:12:52Z</dcterms:created>
  <dcterms:modified xsi:type="dcterms:W3CDTF">2026-05-03T20:21:23Z</dcterms:modified>
</cp:coreProperties>
</file>