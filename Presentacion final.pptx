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677A98-404F-48FC-9A57-543E60E14C77}" v="9" dt="2026-05-07T05:37:49.17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los C" userId="cca1187c28621e11" providerId="LiveId" clId="{926AE9A9-B6E1-4BC4-9C11-F6C50AAB77F9}"/>
    <pc:docChg chg="undo custSel addSld delSld modSld">
      <pc:chgData name="Carlos C" userId="cca1187c28621e11" providerId="LiveId" clId="{926AE9A9-B6E1-4BC4-9C11-F6C50AAB77F9}" dt="2026-05-07T05:37:49.199" v="58" actId="20577"/>
      <pc:docMkLst>
        <pc:docMk/>
      </pc:docMkLst>
      <pc:sldChg chg="modSp del mod">
        <pc:chgData name="Carlos C" userId="cca1187c28621e11" providerId="LiveId" clId="{926AE9A9-B6E1-4BC4-9C11-F6C50AAB77F9}" dt="2026-05-07T04:37:48.193" v="2" actId="2696"/>
        <pc:sldMkLst>
          <pc:docMk/>
          <pc:sldMk cId="2042259434" sldId="257"/>
        </pc:sldMkLst>
        <pc:graphicFrameChg chg="modGraphic">
          <ac:chgData name="Carlos C" userId="cca1187c28621e11" providerId="LiveId" clId="{926AE9A9-B6E1-4BC4-9C11-F6C50AAB77F9}" dt="2026-05-07T04:36:18.870" v="1" actId="20577"/>
          <ac:graphicFrameMkLst>
            <pc:docMk/>
            <pc:sldMk cId="2042259434" sldId="257"/>
            <ac:graphicFrameMk id="5" creationId="{A7768873-9AC5-2F7B-FC61-66AFF34ED02E}"/>
          </ac:graphicFrameMkLst>
        </pc:graphicFrameChg>
      </pc:sldChg>
      <pc:sldChg chg="addSp delSp modSp new mod">
        <pc:chgData name="Carlos C" userId="cca1187c28621e11" providerId="LiveId" clId="{926AE9A9-B6E1-4BC4-9C11-F6C50AAB77F9}" dt="2026-05-07T05:33:54.140" v="48" actId="5793"/>
        <pc:sldMkLst>
          <pc:docMk/>
          <pc:sldMk cId="2563224274" sldId="257"/>
        </pc:sldMkLst>
        <pc:spChg chg="mod">
          <ac:chgData name="Carlos C" userId="cca1187c28621e11" providerId="LiveId" clId="{926AE9A9-B6E1-4BC4-9C11-F6C50AAB77F9}" dt="2026-05-07T05:33:32.620" v="41" actId="27636"/>
          <ac:spMkLst>
            <pc:docMk/>
            <pc:sldMk cId="2563224274" sldId="257"/>
            <ac:spMk id="2" creationId="{CFC20781-0E18-E7DF-F76D-5C810E5F2B3E}"/>
          </ac:spMkLst>
        </pc:spChg>
        <pc:spChg chg="mod">
          <ac:chgData name="Carlos C" userId="cca1187c28621e11" providerId="LiveId" clId="{926AE9A9-B6E1-4BC4-9C11-F6C50AAB77F9}" dt="2026-05-07T05:33:54.140" v="48" actId="5793"/>
          <ac:spMkLst>
            <pc:docMk/>
            <pc:sldMk cId="2563224274" sldId="257"/>
            <ac:spMk id="3" creationId="{6F34B9E1-B1D6-A49A-0648-8D1D618A66A1}"/>
          </ac:spMkLst>
        </pc:spChg>
        <pc:picChg chg="add del">
          <ac:chgData name="Carlos C" userId="cca1187c28621e11" providerId="LiveId" clId="{926AE9A9-B6E1-4BC4-9C11-F6C50AAB77F9}" dt="2026-05-07T05:25:01.784" v="17" actId="22"/>
          <ac:picMkLst>
            <pc:docMk/>
            <pc:sldMk cId="2563224274" sldId="257"/>
            <ac:picMk id="5" creationId="{4D402234-F571-FFF9-FF98-C4E5B842F636}"/>
          </ac:picMkLst>
        </pc:picChg>
      </pc:sldChg>
      <pc:sldChg chg="addSp delSp modSp new mod setBg">
        <pc:chgData name="Carlos C" userId="cca1187c28621e11" providerId="LiveId" clId="{926AE9A9-B6E1-4BC4-9C11-F6C50AAB77F9}" dt="2026-05-07T05:37:49.199" v="58" actId="20577"/>
        <pc:sldMkLst>
          <pc:docMk/>
          <pc:sldMk cId="166913766" sldId="258"/>
        </pc:sldMkLst>
        <pc:spChg chg="mod">
          <ac:chgData name="Carlos C" userId="cca1187c28621e11" providerId="LiveId" clId="{926AE9A9-B6E1-4BC4-9C11-F6C50AAB77F9}" dt="2026-05-07T05:34:51.997" v="55" actId="26606"/>
          <ac:spMkLst>
            <pc:docMk/>
            <pc:sldMk cId="166913766" sldId="258"/>
            <ac:spMk id="2" creationId="{6CE938F2-1712-448A-7E10-3F18BE08112B}"/>
          </ac:spMkLst>
        </pc:spChg>
        <pc:spChg chg="add del mod">
          <ac:chgData name="Carlos C" userId="cca1187c28621e11" providerId="LiveId" clId="{926AE9A9-B6E1-4BC4-9C11-F6C50AAB77F9}" dt="2026-05-07T05:34:51.997" v="55" actId="26606"/>
          <ac:spMkLst>
            <pc:docMk/>
            <pc:sldMk cId="166913766" sldId="258"/>
            <ac:spMk id="3" creationId="{635AFB62-C6D7-EC35-0725-66656F1137A6}"/>
          </ac:spMkLst>
        </pc:spChg>
        <pc:spChg chg="add del">
          <ac:chgData name="Carlos C" userId="cca1187c28621e11" providerId="LiveId" clId="{926AE9A9-B6E1-4BC4-9C11-F6C50AAB77F9}" dt="2026-05-07T05:34:51.992" v="54" actId="26606"/>
          <ac:spMkLst>
            <pc:docMk/>
            <pc:sldMk cId="166913766" sldId="258"/>
            <ac:spMk id="9" creationId="{32D32A60-013B-47A8-8833-D2424080917B}"/>
          </ac:spMkLst>
        </pc:spChg>
        <pc:spChg chg="add del">
          <ac:chgData name="Carlos C" userId="cca1187c28621e11" providerId="LiveId" clId="{926AE9A9-B6E1-4BC4-9C11-F6C50AAB77F9}" dt="2026-05-07T05:34:51.992" v="54" actId="26606"/>
          <ac:spMkLst>
            <pc:docMk/>
            <pc:sldMk cId="166913766" sldId="258"/>
            <ac:spMk id="11" creationId="{AE27932B-B694-4C4C-90D7-A0333A7C5876}"/>
          </ac:spMkLst>
        </pc:spChg>
        <pc:spChg chg="add del">
          <ac:chgData name="Carlos C" userId="cca1187c28621e11" providerId="LiveId" clId="{926AE9A9-B6E1-4BC4-9C11-F6C50AAB77F9}" dt="2026-05-07T05:34:51.992" v="54" actId="26606"/>
          <ac:spMkLst>
            <pc:docMk/>
            <pc:sldMk cId="166913766" sldId="258"/>
            <ac:spMk id="15" creationId="{A9DA474E-6B91-4200-840F-0257B2358A75}"/>
          </ac:spMkLst>
        </pc:spChg>
        <pc:spChg chg="add mod">
          <ac:chgData name="Carlos C" userId="cca1187c28621e11" providerId="LiveId" clId="{926AE9A9-B6E1-4BC4-9C11-F6C50AAB77F9}" dt="2026-05-07T05:37:49.199" v="58" actId="20577"/>
          <ac:spMkLst>
            <pc:docMk/>
            <pc:sldMk cId="166913766" sldId="258"/>
            <ac:spMk id="21" creationId="{635AFB62-C6D7-EC35-0725-66656F1137A6}"/>
          </ac:spMkLst>
        </pc:spChg>
        <pc:graphicFrameChg chg="add del">
          <ac:chgData name="Carlos C" userId="cca1187c28621e11" providerId="LiveId" clId="{926AE9A9-B6E1-4BC4-9C11-F6C50AAB77F9}" dt="2026-05-07T05:34:51.005" v="52" actId="26606"/>
          <ac:graphicFrameMkLst>
            <pc:docMk/>
            <pc:sldMk cId="166913766" sldId="258"/>
            <ac:graphicFrameMk id="5" creationId="{4864BDCF-919F-0068-B0D8-8FB42DE1B45F}"/>
          </ac:graphicFrameMkLst>
        </pc:graphicFrameChg>
        <pc:graphicFrameChg chg="add del">
          <ac:chgData name="Carlos C" userId="cca1187c28621e11" providerId="LiveId" clId="{926AE9A9-B6E1-4BC4-9C11-F6C50AAB77F9}" dt="2026-05-07T05:34:51.992" v="54" actId="26606"/>
          <ac:graphicFrameMkLst>
            <pc:docMk/>
            <pc:sldMk cId="166913766" sldId="258"/>
            <ac:graphicFrameMk id="7" creationId="{C7029DC7-6958-FD13-BA6D-67537DE69B4E}"/>
          </ac:graphicFrameMkLst>
        </pc:graphicFrameChg>
        <pc:picChg chg="add del">
          <ac:chgData name="Carlos C" userId="cca1187c28621e11" providerId="LiveId" clId="{926AE9A9-B6E1-4BC4-9C11-F6C50AAB77F9}" dt="2026-05-07T05:34:51.992" v="54" actId="26606"/>
          <ac:picMkLst>
            <pc:docMk/>
            <pc:sldMk cId="166913766" sldId="258"/>
            <ac:picMk id="17" creationId="{DF63C9AD-AE6E-4512-8171-91612E84CCFB}"/>
          </ac:picMkLst>
        </pc:picChg>
        <pc:picChg chg="add">
          <ac:chgData name="Carlos C" userId="cca1187c28621e11" providerId="LiveId" clId="{926AE9A9-B6E1-4BC4-9C11-F6C50AAB77F9}" dt="2026-05-07T05:34:51.997" v="55" actId="26606"/>
          <ac:picMkLst>
            <pc:docMk/>
            <pc:sldMk cId="166913766" sldId="258"/>
            <ac:picMk id="22" creationId="{384F6B8F-F06E-B776-FD42-57EB29E55190}"/>
          </ac:picMkLst>
        </pc:picChg>
        <pc:cxnChg chg="add del">
          <ac:chgData name="Carlos C" userId="cca1187c28621e11" providerId="LiveId" clId="{926AE9A9-B6E1-4BC4-9C11-F6C50AAB77F9}" dt="2026-05-07T05:34:51.992" v="54" actId="26606"/>
          <ac:cxnSpMkLst>
            <pc:docMk/>
            <pc:sldMk cId="166913766" sldId="258"/>
            <ac:cxnSpMk id="13" creationId="{9EBB0476-5CF0-4F44-8D68-5D42D7AEE43A}"/>
          </ac:cxnSpMkLst>
        </pc:cxnChg>
        <pc:cxnChg chg="add del">
          <ac:chgData name="Carlos C" userId="cca1187c28621e11" providerId="LiveId" clId="{926AE9A9-B6E1-4BC4-9C11-F6C50AAB77F9}" dt="2026-05-07T05:34:51.992" v="54" actId="26606"/>
          <ac:cxnSpMkLst>
            <pc:docMk/>
            <pc:sldMk cId="166913766" sldId="258"/>
            <ac:cxnSpMk id="19" creationId="{FE1A49CE-B63D-457A-A180-1C883E1A63D2}"/>
          </ac:cxnSpMkLst>
        </pc:cxnChg>
      </pc:sldChg>
      <pc:sldChg chg="del">
        <pc:chgData name="Carlos C" userId="cca1187c28621e11" providerId="LiveId" clId="{926AE9A9-B6E1-4BC4-9C11-F6C50AAB77F9}" dt="2026-05-07T04:37:50.547" v="3" actId="2696"/>
        <pc:sldMkLst>
          <pc:docMk/>
          <pc:sldMk cId="3768424276" sldId="258"/>
        </pc:sldMkLst>
      </pc:sldChg>
      <pc:sldChg chg="del">
        <pc:chgData name="Carlos C" userId="cca1187c28621e11" providerId="LiveId" clId="{926AE9A9-B6E1-4BC4-9C11-F6C50AAB77F9}" dt="2026-05-07T04:37:53.186" v="4" actId="2696"/>
        <pc:sldMkLst>
          <pc:docMk/>
          <pc:sldMk cId="265424204" sldId="259"/>
        </pc:sldMkLst>
      </pc:sldChg>
      <pc:sldChg chg="new">
        <pc:chgData name="Carlos C" userId="cca1187c28621e11" providerId="LiveId" clId="{926AE9A9-B6E1-4BC4-9C11-F6C50AAB77F9}" dt="2026-05-07T05:25:22.177" v="23" actId="680"/>
        <pc:sldMkLst>
          <pc:docMk/>
          <pc:sldMk cId="860001722" sldId="259"/>
        </pc:sldMkLst>
      </pc:sldChg>
      <pc:sldChg chg="del">
        <pc:chgData name="Carlos C" userId="cca1187c28621e11" providerId="LiveId" clId="{926AE9A9-B6E1-4BC4-9C11-F6C50AAB77F9}" dt="2026-05-07T04:37:55.772" v="5" actId="2696"/>
        <pc:sldMkLst>
          <pc:docMk/>
          <pc:sldMk cId="1387517853" sldId="260"/>
        </pc:sldMkLst>
      </pc:sldChg>
      <pc:sldChg chg="new">
        <pc:chgData name="Carlos C" userId="cca1187c28621e11" providerId="LiveId" clId="{926AE9A9-B6E1-4BC4-9C11-F6C50AAB77F9}" dt="2026-05-07T05:25:22.346" v="24" actId="680"/>
        <pc:sldMkLst>
          <pc:docMk/>
          <pc:sldMk cId="1505869557" sldId="260"/>
        </pc:sldMkLst>
      </pc:sldChg>
      <pc:sldChg chg="new">
        <pc:chgData name="Carlos C" userId="cca1187c28621e11" providerId="LiveId" clId="{926AE9A9-B6E1-4BC4-9C11-F6C50AAB77F9}" dt="2026-05-07T05:25:22.514" v="25" actId="680"/>
        <pc:sldMkLst>
          <pc:docMk/>
          <pc:sldMk cId="2476392929" sldId="261"/>
        </pc:sldMkLst>
      </pc:sldChg>
      <pc:sldChg chg="del">
        <pc:chgData name="Carlos C" userId="cca1187c28621e11" providerId="LiveId" clId="{926AE9A9-B6E1-4BC4-9C11-F6C50AAB77F9}" dt="2026-05-07T04:37:57.693" v="6" actId="2696"/>
        <pc:sldMkLst>
          <pc:docMk/>
          <pc:sldMk cId="2528665016" sldId="261"/>
        </pc:sldMkLst>
      </pc:sldChg>
      <pc:sldChg chg="del">
        <pc:chgData name="Carlos C" userId="cca1187c28621e11" providerId="LiveId" clId="{926AE9A9-B6E1-4BC4-9C11-F6C50AAB77F9}" dt="2026-05-07T04:37:59.560" v="7" actId="2696"/>
        <pc:sldMkLst>
          <pc:docMk/>
          <pc:sldMk cId="1549650930" sldId="262"/>
        </pc:sldMkLst>
      </pc:sldChg>
      <pc:sldChg chg="new">
        <pc:chgData name="Carlos C" userId="cca1187c28621e11" providerId="LiveId" clId="{926AE9A9-B6E1-4BC4-9C11-F6C50AAB77F9}" dt="2026-05-07T05:25:22.661" v="26" actId="680"/>
        <pc:sldMkLst>
          <pc:docMk/>
          <pc:sldMk cId="2350332199" sldId="262"/>
        </pc:sldMkLst>
      </pc:sldChg>
      <pc:sldChg chg="del">
        <pc:chgData name="Carlos C" userId="cca1187c28621e11" providerId="LiveId" clId="{926AE9A9-B6E1-4BC4-9C11-F6C50AAB77F9}" dt="2026-05-07T04:38:01.515" v="8" actId="2696"/>
        <pc:sldMkLst>
          <pc:docMk/>
          <pc:sldMk cId="3111498684" sldId="263"/>
        </pc:sldMkLst>
      </pc:sldChg>
      <pc:sldChg chg="new">
        <pc:chgData name="Carlos C" userId="cca1187c28621e11" providerId="LiveId" clId="{926AE9A9-B6E1-4BC4-9C11-F6C50AAB77F9}" dt="2026-05-07T05:25:22.819" v="27" actId="680"/>
        <pc:sldMkLst>
          <pc:docMk/>
          <pc:sldMk cId="3356857615" sldId="263"/>
        </pc:sldMkLst>
      </pc:sldChg>
      <pc:sldChg chg="del">
        <pc:chgData name="Carlos C" userId="cca1187c28621e11" providerId="LiveId" clId="{926AE9A9-B6E1-4BC4-9C11-F6C50AAB77F9}" dt="2026-05-07T04:38:03.450" v="9" actId="2696"/>
        <pc:sldMkLst>
          <pc:docMk/>
          <pc:sldMk cId="2242806201" sldId="264"/>
        </pc:sldMkLst>
      </pc:sldChg>
      <pc:sldChg chg="new">
        <pc:chgData name="Carlos C" userId="cca1187c28621e11" providerId="LiveId" clId="{926AE9A9-B6E1-4BC4-9C11-F6C50AAB77F9}" dt="2026-05-07T05:25:23.012" v="28" actId="680"/>
        <pc:sldMkLst>
          <pc:docMk/>
          <pc:sldMk cId="3270892839" sldId="264"/>
        </pc:sldMkLst>
      </pc:sldChg>
      <pc:sldChg chg="new">
        <pc:chgData name="Carlos C" userId="cca1187c28621e11" providerId="LiveId" clId="{926AE9A9-B6E1-4BC4-9C11-F6C50AAB77F9}" dt="2026-05-07T05:25:23.187" v="29" actId="680"/>
        <pc:sldMkLst>
          <pc:docMk/>
          <pc:sldMk cId="1268081612" sldId="265"/>
        </pc:sldMkLst>
      </pc:sldChg>
      <pc:sldChg chg="del">
        <pc:chgData name="Carlos C" userId="cca1187c28621e11" providerId="LiveId" clId="{926AE9A9-B6E1-4BC4-9C11-F6C50AAB77F9}" dt="2026-05-07T04:38:05.366" v="10" actId="2696"/>
        <pc:sldMkLst>
          <pc:docMk/>
          <pc:sldMk cId="4041252025" sldId="265"/>
        </pc:sldMkLst>
      </pc:sldChg>
      <pc:sldChg chg="del">
        <pc:chgData name="Carlos C" userId="cca1187c28621e11" providerId="LiveId" clId="{926AE9A9-B6E1-4BC4-9C11-F6C50AAB77F9}" dt="2026-05-07T04:38:07.433" v="11" actId="2696"/>
        <pc:sldMkLst>
          <pc:docMk/>
          <pc:sldMk cId="248545742" sldId="266"/>
        </pc:sldMkLst>
      </pc:sldChg>
      <pc:sldChg chg="new">
        <pc:chgData name="Carlos C" userId="cca1187c28621e11" providerId="LiveId" clId="{926AE9A9-B6E1-4BC4-9C11-F6C50AAB77F9}" dt="2026-05-07T05:25:23.362" v="30" actId="680"/>
        <pc:sldMkLst>
          <pc:docMk/>
          <pc:sldMk cId="3130700899" sldId="266"/>
        </pc:sldMkLst>
      </pc:sldChg>
      <pc:sldChg chg="del">
        <pc:chgData name="Carlos C" userId="cca1187c28621e11" providerId="LiveId" clId="{926AE9A9-B6E1-4BC4-9C11-F6C50AAB77F9}" dt="2026-05-07T04:38:09.446" v="12" actId="2696"/>
        <pc:sldMkLst>
          <pc:docMk/>
          <pc:sldMk cId="727391063" sldId="267"/>
        </pc:sldMkLst>
      </pc:sldChg>
      <pc:sldChg chg="new">
        <pc:chgData name="Carlos C" userId="cca1187c28621e11" providerId="LiveId" clId="{926AE9A9-B6E1-4BC4-9C11-F6C50AAB77F9}" dt="2026-05-07T05:25:23.541" v="31" actId="680"/>
        <pc:sldMkLst>
          <pc:docMk/>
          <pc:sldMk cId="3509036027" sldId="267"/>
        </pc:sldMkLst>
      </pc:sldChg>
      <pc:sldChg chg="new">
        <pc:chgData name="Carlos C" userId="cca1187c28621e11" providerId="LiveId" clId="{926AE9A9-B6E1-4BC4-9C11-F6C50AAB77F9}" dt="2026-05-07T05:25:23.707" v="32" actId="680"/>
        <pc:sldMkLst>
          <pc:docMk/>
          <pc:sldMk cId="397359394" sldId="268"/>
        </pc:sldMkLst>
      </pc:sldChg>
      <pc:sldChg chg="del">
        <pc:chgData name="Carlos C" userId="cca1187c28621e11" providerId="LiveId" clId="{926AE9A9-B6E1-4BC4-9C11-F6C50AAB77F9}" dt="2026-05-07T04:38:12.948" v="13" actId="2696"/>
        <pc:sldMkLst>
          <pc:docMk/>
          <pc:sldMk cId="1516129839" sldId="268"/>
        </pc:sldMkLst>
      </pc:sldChg>
      <pc:sldChg chg="del">
        <pc:chgData name="Carlos C" userId="cca1187c28621e11" providerId="LiveId" clId="{926AE9A9-B6E1-4BC4-9C11-F6C50AAB77F9}" dt="2026-05-07T04:38:14.816" v="14" actId="2696"/>
        <pc:sldMkLst>
          <pc:docMk/>
          <pc:sldMk cId="2396943104" sldId="269"/>
        </pc:sldMkLst>
      </pc:sldChg>
      <pc:sldChg chg="new">
        <pc:chgData name="Carlos C" userId="cca1187c28621e11" providerId="LiveId" clId="{926AE9A9-B6E1-4BC4-9C11-F6C50AAB77F9}" dt="2026-05-07T05:25:23.899" v="33" actId="680"/>
        <pc:sldMkLst>
          <pc:docMk/>
          <pc:sldMk cId="4164869578" sldId="26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D88379-FEBD-491F-B416-6D9FA4755AD5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4738A551-B933-4F26-ABAA-A5FCD5D56EDE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30717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D88379-FEBD-491F-B416-6D9FA4755AD5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8A551-B933-4F26-ABAA-A5FCD5D56EDE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7181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D88379-FEBD-491F-B416-6D9FA4755AD5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8A551-B933-4F26-ABAA-A5FCD5D56EDE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3507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D88379-FEBD-491F-B416-6D9FA4755AD5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8A551-B933-4F26-ABAA-A5FCD5D56EDE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874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D88379-FEBD-491F-B416-6D9FA4755AD5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8A551-B933-4F26-ABAA-A5FCD5D56EDE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4687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D88379-FEBD-491F-B416-6D9FA4755AD5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8A551-B933-4F26-ABAA-A5FCD5D56EDE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45967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D88379-FEBD-491F-B416-6D9FA4755AD5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8A551-B933-4F26-ABAA-A5FCD5D56E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8703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D88379-FEBD-491F-B416-6D9FA4755AD5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8A551-B933-4F26-ABAA-A5FCD5D56EDE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00723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DED88379-FEBD-491F-B416-6D9FA4755AD5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8A551-B933-4F26-ABAA-A5FCD5D56EDE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09146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D88379-FEBD-491F-B416-6D9FA4755AD5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8A551-B933-4F26-ABAA-A5FCD5D56EDE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7600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D88379-FEBD-491F-B416-6D9FA4755AD5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8A551-B933-4F26-ABAA-A5FCD5D56EDE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362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D88379-FEBD-491F-B416-6D9FA4755AD5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4738A551-B933-4F26-ABAA-A5FCD5D56EDE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87105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D0712110-0BC1-4B31-B3BB-63B44222E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466B5F3-C053-4580-B04A-1EF9498882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68D36E-9526-F0C8-1286-3387727ED5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2616" y="962902"/>
            <a:ext cx="4176384" cy="2380828"/>
          </a:xfrm>
        </p:spPr>
        <p:txBody>
          <a:bodyPr>
            <a:normAutofit/>
          </a:bodyPr>
          <a:lstStyle/>
          <a:p>
            <a:r>
              <a:rPr lang="it-IT" sz="4100"/>
              <a:t>Task Manager con CI/CD en Cloudflare</a:t>
            </a:r>
            <a:endParaRPr lang="en-US" sz="410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5B7042-627D-996C-04EA-CB73DF3334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52617" y="3531204"/>
            <a:ext cx="4171479" cy="1610643"/>
          </a:xfrm>
        </p:spPr>
        <p:txBody>
          <a:bodyPr>
            <a:normAutofit/>
          </a:bodyPr>
          <a:lstStyle/>
          <a:p>
            <a:r>
              <a:rPr lang="en-US" sz="1600"/>
              <a:t>Carlos Esteban Calzada Diaz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A6123F2-4B61-414F-A7E5-5B7828EAC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52617" y="3528543"/>
            <a:ext cx="4171479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7" name="Graphic 6" descr="User">
            <a:extLst>
              <a:ext uri="{FF2B5EF4-FFF2-40B4-BE49-F238E27FC236}">
                <a16:creationId xmlns:a16="http://schemas.microsoft.com/office/drawing/2014/main" id="{70BA8355-0C0E-301D-3E3F-8A9BA5E049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44251" y="805583"/>
            <a:ext cx="4660762" cy="466076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5CED634-E2D0-4AB7-96DD-816C9B52C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CDDCDFB-696D-4FDF-9B58-24F71B7C37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44119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20781-0E18-E7DF-F76D-5C810E5F2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Objetivo</a:t>
            </a:r>
            <a:r>
              <a:rPr lang="en-US" dirty="0"/>
              <a:t> del </a:t>
            </a:r>
            <a:r>
              <a:rPr lang="en-US" dirty="0" err="1"/>
              <a:t>proyecto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34B9E1-B1D6-A49A-0648-8D1D618A66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en-US" dirty="0" err="1"/>
              <a:t>Desarrollar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aplicación</a:t>
            </a:r>
            <a:r>
              <a:rPr lang="en-US" dirty="0"/>
              <a:t> serverless moderna </a:t>
            </a:r>
            <a:r>
              <a:rPr lang="en-US" dirty="0" err="1"/>
              <a:t>utilizando</a:t>
            </a:r>
            <a:r>
              <a:rPr lang="en-US" dirty="0"/>
              <a:t> </a:t>
            </a:r>
            <a:r>
              <a:rPr lang="en-US" dirty="0" err="1"/>
              <a:t>tecnologías</a:t>
            </a:r>
            <a:r>
              <a:rPr lang="en-US" dirty="0"/>
              <a:t> cloud-native y </a:t>
            </a:r>
            <a:r>
              <a:rPr lang="en-US" dirty="0" err="1"/>
              <a:t>prácticas</a:t>
            </a:r>
            <a:r>
              <a:rPr lang="en-US" dirty="0"/>
              <a:t> DevOps.</a:t>
            </a:r>
          </a:p>
          <a:p>
            <a:pPr marL="0" indent="0">
              <a:buNone/>
            </a:pPr>
            <a:r>
              <a:rPr lang="en-US" dirty="0"/>
              <a:t>El </a:t>
            </a:r>
            <a:r>
              <a:rPr lang="en-US" dirty="0" err="1"/>
              <a:t>proyecto</a:t>
            </a:r>
            <a:r>
              <a:rPr lang="en-US" dirty="0"/>
              <a:t> </a:t>
            </a:r>
            <a:r>
              <a:rPr lang="en-US" dirty="0" err="1"/>
              <a:t>implementa</a:t>
            </a:r>
            <a:r>
              <a:rPr lang="en-US" dirty="0"/>
              <a:t>:</a:t>
            </a:r>
          </a:p>
          <a:p>
            <a:r>
              <a:rPr lang="en-US" dirty="0"/>
              <a:t>Cloudflare Workers </a:t>
            </a:r>
          </a:p>
          <a:p>
            <a:r>
              <a:rPr lang="en-US" dirty="0"/>
              <a:t>Cloudflare D1 Database </a:t>
            </a:r>
          </a:p>
          <a:p>
            <a:r>
              <a:rPr lang="en-US" dirty="0"/>
              <a:t>GitHub Actions </a:t>
            </a:r>
          </a:p>
          <a:p>
            <a:r>
              <a:rPr lang="en-US" dirty="0"/>
              <a:t>Terraform </a:t>
            </a:r>
          </a:p>
          <a:p>
            <a:r>
              <a:rPr lang="en-US" dirty="0"/>
              <a:t>Sentry </a:t>
            </a:r>
          </a:p>
          <a:p>
            <a:pPr marL="0" indent="0">
              <a:buNone/>
            </a:pPr>
            <a:r>
              <a:rPr lang="en-US" dirty="0" err="1"/>
              <a:t>Aplicando</a:t>
            </a:r>
            <a:r>
              <a:rPr lang="en-US" dirty="0"/>
              <a:t> </a:t>
            </a:r>
            <a:r>
              <a:rPr lang="en-US" dirty="0" err="1"/>
              <a:t>conceptos</a:t>
            </a:r>
            <a:r>
              <a:rPr lang="en-US" dirty="0"/>
              <a:t> de:</a:t>
            </a:r>
          </a:p>
          <a:p>
            <a:r>
              <a:rPr lang="en-US" dirty="0"/>
              <a:t>CI/CD </a:t>
            </a:r>
          </a:p>
          <a:p>
            <a:r>
              <a:rPr lang="en-US" dirty="0" err="1"/>
              <a:t>observabilidad</a:t>
            </a:r>
            <a:r>
              <a:rPr lang="en-US" dirty="0"/>
              <a:t> </a:t>
            </a:r>
          </a:p>
          <a:p>
            <a:r>
              <a:rPr lang="en-US" dirty="0" err="1"/>
              <a:t>infraestructura</a:t>
            </a:r>
            <a:r>
              <a:rPr lang="en-US" dirty="0"/>
              <a:t>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código</a:t>
            </a:r>
            <a:r>
              <a:rPr lang="en-US" dirty="0"/>
              <a:t> </a:t>
            </a:r>
          </a:p>
          <a:p>
            <a:r>
              <a:rPr lang="en-US" dirty="0"/>
              <a:t>testing </a:t>
            </a:r>
            <a:r>
              <a:rPr lang="en-US" dirty="0" err="1"/>
              <a:t>automatizado</a:t>
            </a:r>
            <a:r>
              <a:rPr lang="en-US" dirty="0"/>
              <a:t> </a:t>
            </a:r>
          </a:p>
          <a:p>
            <a:r>
              <a:rPr lang="en-US" dirty="0" err="1"/>
              <a:t>despliegues</a:t>
            </a:r>
            <a:r>
              <a:rPr lang="en-US" dirty="0"/>
              <a:t> </a:t>
            </a:r>
            <a:r>
              <a:rPr lang="en-US" dirty="0" err="1"/>
              <a:t>multiambiente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32242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938F2-1712-448A-7E10-3F18BE081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 err="1"/>
              <a:t>Arquitectura</a:t>
            </a:r>
            <a:r>
              <a:rPr lang="en-US" dirty="0"/>
              <a:t> general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635AFB62-C6D7-EC35-0725-66656F1137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4"/>
            <a:ext cx="5622284" cy="3450613"/>
          </a:xfrm>
        </p:spPr>
        <p:txBody>
          <a:bodyPr>
            <a:normAutofit/>
          </a:bodyPr>
          <a:lstStyle/>
          <a:p>
            <a:r>
              <a:rPr lang="en-US" sz="800" b="1" dirty="0" err="1"/>
              <a:t>Flujo</a:t>
            </a:r>
            <a:r>
              <a:rPr lang="en-US" sz="800" b="1" dirty="0"/>
              <a:t> principal</a:t>
            </a:r>
          </a:p>
          <a:p>
            <a:r>
              <a:rPr lang="en-US" sz="800" dirty="0" err="1"/>
              <a:t>Usuario</a:t>
            </a:r>
            <a:br>
              <a:rPr lang="en-US" sz="800" dirty="0"/>
            </a:br>
            <a:r>
              <a:rPr lang="en-US" sz="800" dirty="0"/>
              <a:t>↓</a:t>
            </a:r>
            <a:br>
              <a:rPr lang="en-US" sz="800" dirty="0"/>
            </a:br>
            <a:r>
              <a:rPr lang="en-US" sz="800" dirty="0"/>
              <a:t>Frontend HTML/CSS/JavaScript</a:t>
            </a:r>
            <a:br>
              <a:rPr lang="en-US" sz="800" dirty="0"/>
            </a:br>
            <a:r>
              <a:rPr lang="en-US" sz="800" dirty="0"/>
              <a:t>↓</a:t>
            </a:r>
            <a:br>
              <a:rPr lang="en-US" sz="800" dirty="0"/>
            </a:br>
            <a:r>
              <a:rPr lang="en-US" sz="800" dirty="0"/>
              <a:t>Cloudflare Worker</a:t>
            </a:r>
            <a:br>
              <a:rPr lang="en-US" sz="800" dirty="0"/>
            </a:br>
            <a:r>
              <a:rPr lang="en-US" sz="800" dirty="0"/>
              <a:t>↓</a:t>
            </a:r>
            <a:br>
              <a:rPr lang="en-US" sz="800" dirty="0"/>
            </a:br>
            <a:r>
              <a:rPr lang="en-US" sz="800" dirty="0"/>
              <a:t>Cloudflare D1 Database</a:t>
            </a:r>
          </a:p>
          <a:p>
            <a:pPr>
              <a:lnSpc>
                <a:spcPct val="110000"/>
              </a:lnSpc>
            </a:pPr>
            <a:r>
              <a:rPr lang="en-US" sz="500"/>
              <a:t> </a:t>
            </a:r>
            <a:endParaRPr lang="en-US" sz="500" dirty="0"/>
          </a:p>
        </p:txBody>
      </p:sp>
      <p:pic>
        <p:nvPicPr>
          <p:cNvPr id="22" name="Graphic 21" descr="User">
            <a:extLst>
              <a:ext uri="{FF2B5EF4-FFF2-40B4-BE49-F238E27FC236}">
                <a16:creationId xmlns:a16="http://schemas.microsoft.com/office/drawing/2014/main" id="{384F6B8F-F06E-B776-FD42-57EB29E551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79190" y="2015734"/>
            <a:ext cx="3450613" cy="3450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137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2551B-AB25-67B6-4327-8F7BC23B7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90798F-14BE-7F7E-9F30-016A5957E4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001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02EB04-4DDD-760E-A003-FEEC07640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7BDC7-5919-C887-7EB7-1EFBC7078A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8695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BDA1F-3A7B-333D-9D43-CEC06DC85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6D6A97-B143-AE21-EF56-3F507BB92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3929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5A384-D91C-40FE-ACDA-11742B736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B104DC-5B0D-34FA-E6B9-EF7F38C4B5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3321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C2F16-55D3-C3CC-7B65-DB4036E95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9C785C-9741-8174-67C1-836BEE625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8576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C9D6D-B2FE-25DF-116C-65E4258B5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0162B-3497-9BC8-A889-F4D56C4BBA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892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7E41F-8E92-0DD2-B87A-795B3079C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79A401-CE77-2825-2638-ED6BBFAA47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0816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4CA9B-C5AF-25E1-19E4-4AEEA163C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17CBAD-C860-8CAF-4E27-C483ABFABB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7008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742AE-16B2-700E-A309-8BAC04C75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82727-92DB-6EEC-C7D5-AFAECE0526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0360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DDA39-D244-426D-FD4A-3C024CAE2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B74E30-DE8D-EC4F-9A58-D4D5A5F9A7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593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C400F-64EB-0E45-300B-1146B67F2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1DC039-8503-8134-5A79-21FA08FABD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869578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TM10001114[[fn=Gallery]]</Template>
  <TotalTime>69</TotalTime>
  <Words>81</Words>
  <Application>Microsoft Office PowerPoint</Application>
  <PresentationFormat>Widescreen</PresentationFormat>
  <Paragraphs>20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Gill Sans MT</vt:lpstr>
      <vt:lpstr>Gallery</vt:lpstr>
      <vt:lpstr>Task Manager con CI/CD en Cloudflare</vt:lpstr>
      <vt:lpstr>Objetivo del proyecto</vt:lpstr>
      <vt:lpstr>Arquitectura general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Carlos C</dc:creator>
  <cp:lastModifiedBy>Carlos C</cp:lastModifiedBy>
  <cp:revision>1</cp:revision>
  <dcterms:created xsi:type="dcterms:W3CDTF">2026-05-03T20:12:52Z</dcterms:created>
  <dcterms:modified xsi:type="dcterms:W3CDTF">2026-05-07T05:37:51Z</dcterms:modified>
</cp:coreProperties>
</file>